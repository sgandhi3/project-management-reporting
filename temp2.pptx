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21" r:id="rId9"/>
    <p:sldId id="2147483608" r:id="rId10"/>
    <p:sldId id="2147483609" r:id="rId11"/>
    <p:sldId id="21474836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1"/>
            <p14:sldId id="2147483608"/>
            <p14:sldId id="2147483609"/>
            <p14:sldId id="21474836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highlight>
                  <a:srgbClr val="FFFF00"/>
                </a:highlight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highlight>
                <a:srgbClr val="FFFF00"/>
              </a:highlight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</a:rPr>
              <a:t>{{AI_PDM_ITERATION_UPDATE}}</a:t>
            </a:r>
            <a:endParaRPr lang="en-US" sz="1000" dirty="0">
              <a:solidFill>
                <a:srgbClr val="333333"/>
              </a:solidFill>
              <a:highlight>
                <a:srgbClr val="FFFF00"/>
              </a:highlight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</a:rPr>
              <a:t>{{AI_PDM_DEFECT_SUMMARY}}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{{AI_BENEFITS_UPDATE}}</a:t>
            </a:r>
            <a:endParaRPr lang="en-US" sz="1000" dirty="0">
              <a:solidFill>
                <a:srgbClr val="333333"/>
              </a:solidFill>
              <a:highlight>
                <a:srgbClr val="FFFF00"/>
              </a:highlight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highlight>
                  <a:srgbClr val="FFFF00"/>
                </a:highlight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highlight>
                <a:srgbClr val="FFFF00"/>
              </a:highlight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Priority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{{BENEPBETC}}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{{BENEPBB}}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091729"/>
              </p:ext>
            </p:extLst>
          </p:nvPr>
        </p:nvGraphicFramePr>
        <p:xfrm>
          <a:off x="501651" y="1490836"/>
          <a:ext cx="1117548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6671"/>
              </p:ext>
            </p:extLst>
          </p:nvPr>
        </p:nvGraphicFramePr>
        <p:xfrm>
          <a:off x="495836" y="3200475"/>
          <a:ext cx="11175486" cy="280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770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977609164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511650616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059188370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8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  <a:highlight>
                  <a:srgbClr val="FFFF00"/>
                </a:highlight>
              </a:rPr>
              <a:t>{{AI_PDM_CURSORY_STATUS}}</a:t>
            </a: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104257"/>
              </p:ext>
            </p:extLst>
          </p:nvPr>
        </p:nvGraphicFramePr>
        <p:xfrm>
          <a:off x="501648" y="2916387"/>
          <a:ext cx="11163826" cy="226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highlight>
                  <a:srgbClr val="FFFF00"/>
                </a:highlight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highlight>
                <a:srgbClr val="FFFF00"/>
              </a:highlight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46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highlight>
                  <a:srgbClr val="FFFF00"/>
                </a:highlight>
                <a:ea typeface="Calibri"/>
                <a:cs typeface="Calibri"/>
              </a:rPr>
              <a:t>{{AI_ENROLLMENT_STATUS}}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highlight>
                  <a:srgbClr val="FFFF00"/>
                </a:highlight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highlight>
                <a:srgbClr val="FFFF00"/>
              </a:highlight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a16:creationId xmlns:a16="http://schemas.microsoft.com/office/drawing/2014/main"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a16:colId xmlns:a16="http://schemas.microsoft.com/office/drawing/2014/main" val="1655439103"/>
                    </a:ext>
                  </a:extLst>
                </a:gridCol>
                <a:gridCol w="16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{{AI_PDM_DQ_DEFECT_DETAIL_1}}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{{AI_PDM_DQ_DEFECT_DETAIL_2}}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{{AI_PDM_DM_DEFECT_DETAIL}}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09570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2213</Words>
  <Application>Microsoft Macintosh PowerPoint</Application>
  <PresentationFormat>Widescreen</PresentationFormat>
  <Paragraphs>521</Paragraphs>
  <Slides>7</Slides>
  <Notes>6</Notes>
  <HiddenSlides>1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4</cp:revision>
  <dcterms:created xsi:type="dcterms:W3CDTF">2026-03-30T19:40:35Z</dcterms:created>
  <dcterms:modified xsi:type="dcterms:W3CDTF">2026-08-28T16:35:49Z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