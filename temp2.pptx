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7" r:id="rId4"/>
  </p:sldMasterIdLst>
  <p:notesMasterIdLst>
    <p:notesMasterId r:id="rId10"/>
  </p:notesMasterIdLst>
  <p:sldIdLst>
    <p:sldId id="2147483627" r:id="rId5"/>
    <p:sldId id="2147483623" r:id="rId6"/>
    <p:sldId id="2147483624" r:id="rId7"/>
    <p:sldId id="2147483625" r:id="rId8"/>
    <p:sldId id="214748362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627"/>
            <p14:sldId id="2147483623"/>
          </p14:sldIdLst>
        </p14:section>
        <p14:section name="Work Stream Report" id="{7F7058A9-543B-4063-913C-9EBD99D479DF}">
          <p14:sldIdLst>
            <p14:sldId id="2147483624"/>
            <p14:sldId id="2147483625"/>
            <p14:sldId id="21474836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9B9A"/>
    <a:srgbClr val="87BD25"/>
    <a:srgbClr val="EDF5E8"/>
    <a:srgbClr val="E7EFE3"/>
    <a:srgbClr val="2ECC71"/>
    <a:srgbClr val="E8E9ED"/>
    <a:srgbClr val="E67E22"/>
    <a:srgbClr val="9A564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B3C0B49-5046-94DB-513A-C56A0C0506DF}" v="402" dt="2026-08-24T20:50:29.917"/>
    <p1510:client id="{9646695F-199A-5F4B-92D2-AF420CD02529}" v="186" dt="2026-08-24T15:37:11.727"/>
    <p1510:client id="{AC485FBD-E80A-DE18-16CE-00B722266578}" v="25" dt="2026-08-24T15:39:22.553"/>
    <p1510:client id="{CF78E818-AFD5-43B1-9EC2-DDEE3730B37E}" v="493" dt="2026-08-24T22:30:14.6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94"/>
    <p:restoredTop sz="94658"/>
  </p:normalViewPr>
  <p:slideViewPr>
    <p:cSldViewPr snapToGrid="0">
      <p:cViewPr varScale="1">
        <p:scale>
          <a:sx n="120" d="100"/>
          <a:sy n="120" d="100"/>
        </p:scale>
        <p:origin x="10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960701" y="626487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ags" Target="../tags/tag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5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6" imgW="270" imgH="270" progId="TCLayout.ActiveDocument.1">
                  <p:embed/>
                </p:oleObj>
              </mc:Choice>
              <mc:Fallback>
                <p:oleObj name="think-cell Slide" r:id="rId36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  <p:sldLayoutId id="2147483772" r:id="rId12"/>
    <p:sldLayoutId id="2147483773" r:id="rId13"/>
    <p:sldLayoutId id="2147483774" r:id="rId14"/>
    <p:sldLayoutId id="2147483775" r:id="rId15"/>
    <p:sldLayoutId id="2147483776" r:id="rId16"/>
    <p:sldLayoutId id="2147483777" r:id="rId17"/>
    <p:sldLayoutId id="2147483778" r:id="rId18"/>
    <p:sldLayoutId id="2147483779" r:id="rId19"/>
    <p:sldLayoutId id="2147483780" r:id="rId20"/>
    <p:sldLayoutId id="2147483781" r:id="rId21"/>
    <p:sldLayoutId id="2147483782" r:id="rId22"/>
    <p:sldLayoutId id="2147483783" r:id="rId23"/>
    <p:sldLayoutId id="2147483784" r:id="rId24"/>
    <p:sldLayoutId id="2147483785" r:id="rId25"/>
    <p:sldLayoutId id="2147483786" r:id="rId26"/>
    <p:sldLayoutId id="2147483787" r:id="rId27"/>
    <p:sldLayoutId id="2147483788" r:id="rId28"/>
    <p:sldLayoutId id="2147483789" r:id="rId29"/>
    <p:sldLayoutId id="2147483790" r:id="rId30"/>
    <p:sldLayoutId id="2147483791" r:id="rId31"/>
    <p:sldLayoutId id="2147483792" r:id="rId32"/>
    <p:sldLayoutId id="2147483793" r:id="rId33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E6B2FF4-4B7B-1368-57D8-FB8B837B874C}"/>
              </a:ext>
            </a:extLst>
          </p:cNvPr>
          <p:cNvSpPr txBox="1">
            <a:spLocks/>
          </p:cNvSpPr>
          <p:nvPr/>
        </p:nvSpPr>
        <p:spPr>
          <a:xfrm>
            <a:off x="495300" y="2921000"/>
            <a:ext cx="8890000" cy="1143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100" kern="1200">
                <a:solidFill>
                  <a:schemeClr val="tx1"/>
                </a:solidFill>
                <a:latin typeface="+mn-lt"/>
                <a:ea typeface="+mj-ea"/>
                <a:cs typeface="Calibri Light" panose="020F0302020204030204" pitchFamily="34" charset="0"/>
              </a:defRPr>
            </a:lvl1pPr>
          </a:lstStyle>
          <a:p>
            <a:pPr algn="l">
              <a:spcBef>
                <a:spcPts val="0"/>
              </a:spcBef>
            </a:pPr>
            <a:r>
              <a:rPr lang="en-US" sz="3600" b="1" dirty="0">
                <a:solidFill>
                  <a:srgbClr val="000000"/>
                </a:solidFill>
              </a:rPr>
              <a:t>Test Execution &amp; Defect Report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9073825-231B-7755-C3F1-0A75B1745C1C}"/>
              </a:ext>
            </a:extLst>
          </p:cNvPr>
          <p:cNvSpPr txBox="1">
            <a:spLocks/>
          </p:cNvSpPr>
          <p:nvPr/>
        </p:nvSpPr>
        <p:spPr bwMode="gray">
          <a:xfrm>
            <a:off x="495300" y="4318000"/>
            <a:ext cx="6350000" cy="50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>
              <a:lnSpc>
                <a:spcPct val="100000"/>
              </a:lnSpc>
              <a:spcBef>
                <a:spcPts val="800"/>
              </a:spcBef>
              <a:buNone/>
            </a:pPr>
            <a:r>
              <a:rPr lang="en-US" sz="1800" dirty="0">
                <a:solidFill>
                  <a:srgbClr val="53565A"/>
                </a:solidFill>
              </a:rPr>
              <a:t>{{Date}}</a:t>
            </a:r>
          </a:p>
        </p:txBody>
      </p:sp>
      <p:sp>
        <p:nvSpPr>
          <p:cNvPr id="7" name="AccentBar">
            <a:extLst>
              <a:ext uri="{FF2B5EF4-FFF2-40B4-BE49-F238E27FC236}">
                <a16:creationId xmlns:a16="http://schemas.microsoft.com/office/drawing/2014/main" id="{4183CDD1-7402-8347-8356-BD91A6250A0A}"/>
              </a:ext>
            </a:extLst>
          </p:cNvPr>
          <p:cNvSpPr/>
          <p:nvPr/>
        </p:nvSpPr>
        <p:spPr bwMode="gray">
          <a:xfrm>
            <a:off x="495300" y="2603500"/>
            <a:ext cx="698500" cy="63500"/>
          </a:xfrm>
          <a:prstGeom prst="rect">
            <a:avLst/>
          </a:prstGeom>
          <a:solidFill>
            <a:srgbClr val="2C9B9A"/>
          </a:solidFill>
          <a:ln w="19050" algn="ctr">
            <a:noFill/>
            <a:miter lim="800000"/>
            <a:headEnd/>
            <a:tailEnd/>
          </a:ln>
        </p:spPr>
        <p:txBody>
          <a:bodyPr vertOverflow="clip" horzOverflow="clip" wrap="square" lIns="88900" tIns="88900" rIns="88900" bIns="88900" rtlCol="0" anchor="t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US" sz="1600" b="1" dirty="0">
              <a:solidFill>
                <a:srgbClr val="2C9B9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1211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rrHeader">
            <a:extLst>
              <a:ext uri="{FF2B5EF4-FFF2-40B4-BE49-F238E27FC236}">
                <a16:creationId xmlns:a16="http://schemas.microsoft.com/office/drawing/2014/main" id="{9F1083E7-50E9-0831-9608-B972E453D5AF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 dirty="0">
                <a:solidFill>
                  <a:srgbClr val="2C9B9A"/>
                </a:solidFill>
                <a:latin typeface="Calibri"/>
              </a:rPr>
              <a:t>Status</a:t>
            </a:r>
          </a:p>
        </p:txBody>
      </p:sp>
      <p:sp>
        <p:nvSpPr>
          <p:cNvPr id="6" name="NarrLeft">
            <a:extLst>
              <a:ext uri="{FF2B5EF4-FFF2-40B4-BE49-F238E27FC236}">
                <a16:creationId xmlns:a16="http://schemas.microsoft.com/office/drawing/2014/main" id="{AEEF1819-ACBE-F47C-DD28-AC23E50549C5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2C9B9A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2C9B9A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2C9B9A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2C9B9A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2C9B9A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{{AI_DEFECT_TRIAGE_STATUS}}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8E53993-C505-F189-6BA0-AC96730B5D4F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 dirty="0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8" name="AsOf">
            <a:extLst>
              <a:ext uri="{FF2B5EF4-FFF2-40B4-BE49-F238E27FC236}">
                <a16:creationId xmlns:a16="http://schemas.microsoft.com/office/drawing/2014/main" id="{11A7D54F-39E4-246B-A124-030DE7859B40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9" name="NarrLeft">
            <a:extLst>
              <a:ext uri="{FF2B5EF4-FFF2-40B4-BE49-F238E27FC236}">
                <a16:creationId xmlns:a16="http://schemas.microsoft.com/office/drawing/2014/main" id="{86AED83B-27BA-55B4-6675-7729FB88E0B6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0" name="NarrHeader">
            <a:extLst>
              <a:ext uri="{FF2B5EF4-FFF2-40B4-BE49-F238E27FC236}">
                <a16:creationId xmlns:a16="http://schemas.microsoft.com/office/drawing/2014/main" id="{03A3CB08-FA6D-02CB-FBC5-9D3BEC99A4A1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11" name="WorkstreamSummary">
            <a:extLst>
              <a:ext uri="{FF2B5EF4-FFF2-40B4-BE49-F238E27FC236}">
                <a16:creationId xmlns:a16="http://schemas.microsoft.com/office/drawing/2014/main" id="{66461C59-5919-6282-EA10-E2A9B40F5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384231"/>
              </p:ext>
            </p:extLst>
          </p:nvPr>
        </p:nvGraphicFramePr>
        <p:xfrm>
          <a:off x="6527074" y="2852056"/>
          <a:ext cx="5163863" cy="2135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18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6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557600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460627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2139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881928816"/>
                    </a:ext>
                  </a:extLst>
                </a:gridCol>
                <a:gridCol w="4025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PDM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{{PDMB}}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Enrollment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{{ENRLTTC}}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{{ENRLIPTC}}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{{ENRLB}}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EDI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{{IPTC}}</a:t>
                      </a:r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6A9759D-AFE2-2B1F-306D-54AA9FC3AF2B}"/>
              </a:ext>
            </a:extLst>
          </p:cNvPr>
          <p:cNvSpPr txBox="1"/>
          <p:nvPr/>
        </p:nvSpPr>
        <p:spPr>
          <a:xfrm>
            <a:off x="353928" y="6042392"/>
            <a:ext cx="5435354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</p:txBody>
      </p:sp>
      <p:sp>
        <p:nvSpPr>
          <p:cNvPr id="25" name="StatBox1">
            <a:extLst>
              <a:ext uri="{FF2B5EF4-FFF2-40B4-BE49-F238E27FC236}">
                <a16:creationId xmlns:a16="http://schemas.microsoft.com/office/drawing/2014/main" id="{D8341706-403B-0AB9-FE87-8B12BCE403C5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Stat1Num">
            <a:extLst>
              <a:ext uri="{FF2B5EF4-FFF2-40B4-BE49-F238E27FC236}">
                <a16:creationId xmlns:a16="http://schemas.microsoft.com/office/drawing/2014/main" id="{D1878CE2-D716-79D7-62C6-95E49E207A14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27" name="Stat1Lbl">
            <a:extLst>
              <a:ext uri="{FF2B5EF4-FFF2-40B4-BE49-F238E27FC236}">
                <a16:creationId xmlns:a16="http://schemas.microsoft.com/office/drawing/2014/main" id="{B3773FCE-AB3C-7916-EDA7-A28BC6286AD9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28" name="StatBox2">
            <a:extLst>
              <a:ext uri="{FF2B5EF4-FFF2-40B4-BE49-F238E27FC236}">
                <a16:creationId xmlns:a16="http://schemas.microsoft.com/office/drawing/2014/main" id="{4F637760-4453-A506-D6CF-53E1E3D9C004}"/>
              </a:ext>
            </a:extLst>
          </p:cNvPr>
          <p:cNvSpPr>
            <a:spLocks noGrp="1"/>
          </p:cNvSpPr>
          <p:nvPr/>
        </p:nvSpPr>
        <p:spPr>
          <a:xfrm>
            <a:off x="4203523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2Num">
            <a:extLst>
              <a:ext uri="{FF2B5EF4-FFF2-40B4-BE49-F238E27FC236}">
                <a16:creationId xmlns:a16="http://schemas.microsoft.com/office/drawing/2014/main" id="{9D9D6167-BB9E-EF31-FCC9-B23350ADF5E5}"/>
              </a:ext>
            </a:extLst>
          </p:cNvPr>
          <p:cNvSpPr txBox="1"/>
          <p:nvPr/>
        </p:nvSpPr>
        <p:spPr>
          <a:xfrm>
            <a:off x="4203523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0" name="Stat2Lbl">
            <a:extLst>
              <a:ext uri="{FF2B5EF4-FFF2-40B4-BE49-F238E27FC236}">
                <a16:creationId xmlns:a16="http://schemas.microsoft.com/office/drawing/2014/main" id="{D8BDE3B2-9BD3-2DC0-F2F4-7531ED7DA2CD}"/>
              </a:ext>
            </a:extLst>
          </p:cNvPr>
          <p:cNvSpPr txBox="1"/>
          <p:nvPr/>
        </p:nvSpPr>
        <p:spPr>
          <a:xfrm>
            <a:off x="4202715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1" name="StatBox3">
            <a:extLst>
              <a:ext uri="{FF2B5EF4-FFF2-40B4-BE49-F238E27FC236}">
                <a16:creationId xmlns:a16="http://schemas.microsoft.com/office/drawing/2014/main" id="{C12AD6B9-39A3-D0E8-CE39-26F8B35695F9}"/>
              </a:ext>
            </a:extLst>
          </p:cNvPr>
          <p:cNvSpPr>
            <a:spLocks noGrp="1"/>
          </p:cNvSpPr>
          <p:nvPr/>
        </p:nvSpPr>
        <p:spPr>
          <a:xfrm>
            <a:off x="6143661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Stat3Num">
            <a:extLst>
              <a:ext uri="{FF2B5EF4-FFF2-40B4-BE49-F238E27FC236}">
                <a16:creationId xmlns:a16="http://schemas.microsoft.com/office/drawing/2014/main" id="{E1292D23-AE5D-4C75-D688-17DD07830270}"/>
              </a:ext>
            </a:extLst>
          </p:cNvPr>
          <p:cNvSpPr txBox="1"/>
          <p:nvPr/>
        </p:nvSpPr>
        <p:spPr>
          <a:xfrm>
            <a:off x="6148521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3" name="Stat3Lbl">
            <a:extLst>
              <a:ext uri="{FF2B5EF4-FFF2-40B4-BE49-F238E27FC236}">
                <a16:creationId xmlns:a16="http://schemas.microsoft.com/office/drawing/2014/main" id="{064635A7-1549-9B36-D031-F22FA675FD2D}"/>
              </a:ext>
            </a:extLst>
          </p:cNvPr>
          <p:cNvSpPr txBox="1"/>
          <p:nvPr/>
        </p:nvSpPr>
        <p:spPr>
          <a:xfrm>
            <a:off x="6151576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34" name="StatBox4">
            <a:extLst>
              <a:ext uri="{FF2B5EF4-FFF2-40B4-BE49-F238E27FC236}">
                <a16:creationId xmlns:a16="http://schemas.microsoft.com/office/drawing/2014/main" id="{4511F8A5-CFE7-3D91-3E9A-5BCA7853CAE6}"/>
              </a:ext>
            </a:extLst>
          </p:cNvPr>
          <p:cNvSpPr>
            <a:spLocks noGrp="1"/>
          </p:cNvSpPr>
          <p:nvPr/>
        </p:nvSpPr>
        <p:spPr>
          <a:xfrm>
            <a:off x="10026991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4Num">
            <a:extLst>
              <a:ext uri="{FF2B5EF4-FFF2-40B4-BE49-F238E27FC236}">
                <a16:creationId xmlns:a16="http://schemas.microsoft.com/office/drawing/2014/main" id="{DB9F7DB4-7844-4888-BDE3-297E09C40359}"/>
              </a:ext>
            </a:extLst>
          </p:cNvPr>
          <p:cNvSpPr txBox="1"/>
          <p:nvPr/>
        </p:nvSpPr>
        <p:spPr>
          <a:xfrm>
            <a:off x="10023937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36" name="Stat4Lbl">
            <a:extLst>
              <a:ext uri="{FF2B5EF4-FFF2-40B4-BE49-F238E27FC236}">
                <a16:creationId xmlns:a16="http://schemas.microsoft.com/office/drawing/2014/main" id="{970ED733-4377-0EAC-C743-39D5A5F6A68E}"/>
              </a:ext>
            </a:extLst>
          </p:cNvPr>
          <p:cNvSpPr txBox="1"/>
          <p:nvPr/>
        </p:nvSpPr>
        <p:spPr>
          <a:xfrm>
            <a:off x="10037630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A3A05B59-3CCC-8AC2-6739-6BF36880240D}"/>
              </a:ext>
            </a:extLst>
          </p:cNvPr>
          <p:cNvSpPr>
            <a:spLocks noGrp="1"/>
          </p:cNvSpPr>
          <p:nvPr/>
        </p:nvSpPr>
        <p:spPr>
          <a:xfrm>
            <a:off x="2276656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AB283696-9773-AD41-E93C-95380B34E5E5}"/>
              </a:ext>
            </a:extLst>
          </p:cNvPr>
          <p:cNvSpPr txBox="1"/>
          <p:nvPr/>
        </p:nvSpPr>
        <p:spPr>
          <a:xfrm>
            <a:off x="2274412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15569EC3-D5C3-6C8F-FD20-FEC42172131E}"/>
              </a:ext>
            </a:extLst>
          </p:cNvPr>
          <p:cNvSpPr txBox="1"/>
          <p:nvPr/>
        </p:nvSpPr>
        <p:spPr>
          <a:xfrm>
            <a:off x="2265560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40" name="StatBox4">
            <a:extLst>
              <a:ext uri="{FF2B5EF4-FFF2-40B4-BE49-F238E27FC236}">
                <a16:creationId xmlns:a16="http://schemas.microsoft.com/office/drawing/2014/main" id="{FF095CF8-02C8-710E-AE0C-2021ED07B0DD}"/>
              </a:ext>
            </a:extLst>
          </p:cNvPr>
          <p:cNvSpPr>
            <a:spLocks noGrp="1"/>
          </p:cNvSpPr>
          <p:nvPr/>
        </p:nvSpPr>
        <p:spPr>
          <a:xfrm>
            <a:off x="8076895" y="1457382"/>
            <a:ext cx="1728216" cy="886968"/>
          </a:xfrm>
          <a:prstGeom prst="rect">
            <a:avLst/>
          </a:prstGeom>
          <a:solidFill>
            <a:srgbClr val="D8FFFD">
              <a:alpha val="87843"/>
            </a:srgbClr>
          </a:solidFill>
          <a:ln w="19050">
            <a:solidFill>
              <a:srgbClr val="6FC2B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Stat4Num">
            <a:extLst>
              <a:ext uri="{FF2B5EF4-FFF2-40B4-BE49-F238E27FC236}">
                <a16:creationId xmlns:a16="http://schemas.microsoft.com/office/drawing/2014/main" id="{979E0435-B44D-E7A2-21F1-7A0BED82ACC7}"/>
              </a:ext>
            </a:extLst>
          </p:cNvPr>
          <p:cNvSpPr txBox="1"/>
          <p:nvPr/>
        </p:nvSpPr>
        <p:spPr>
          <a:xfrm>
            <a:off x="8073841" y="1547453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>
            <a:normAutofit fontScale="77500" lnSpcReduction="20000"/>
          </a:bodyPr>
          <a:lstStyle/>
          <a:p>
            <a:pPr algn="ctr"/>
            <a:r>
              <a:rPr lang="en-US" sz="4800" b="1">
                <a:solidFill>
                  <a:srgbClr val="6FC2B4"/>
                </a:solidFill>
                <a:ea typeface="Calibri"/>
                <a:cs typeface="Calibri"/>
              </a:rPr>
              <a:t>{{IPTC}}</a:t>
            </a:r>
          </a:p>
        </p:txBody>
      </p:sp>
      <p:sp>
        <p:nvSpPr>
          <p:cNvPr id="42" name="Stat4Lbl">
            <a:extLst>
              <a:ext uri="{FF2B5EF4-FFF2-40B4-BE49-F238E27FC236}">
                <a16:creationId xmlns:a16="http://schemas.microsoft.com/office/drawing/2014/main" id="{A5004D7C-020A-9CF9-F9A4-1D957E53CEA0}"/>
              </a:ext>
            </a:extLst>
          </p:cNvPr>
          <p:cNvSpPr txBox="1"/>
          <p:nvPr/>
        </p:nvSpPr>
        <p:spPr>
          <a:xfrm>
            <a:off x="8087534" y="2109306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25687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88962-9037-FFBA-B044-E3653E553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F2DE35C-3F48-DBC7-943E-8D1B99691AF8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PDM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2C9B9A"/>
                </a:solidFill>
                <a:latin typeface="Calibri"/>
              </a:rPr>
              <a:t>SIT 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F248BB7-342C-6B55-30DD-33FDA3B779FD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graphicFrame>
        <p:nvGraphicFramePr>
          <p:cNvPr id="12" name="ExecSummary">
            <a:extLst>
              <a:ext uri="{FF2B5EF4-FFF2-40B4-BE49-F238E27FC236}">
                <a16:creationId xmlns:a16="http://schemas.microsoft.com/office/drawing/2014/main" id="{3D97DDAA-4F32-8D32-A5F5-178A3A973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27742"/>
              </p:ext>
            </p:extLst>
          </p:nvPr>
        </p:nvGraphicFramePr>
        <p:xfrm>
          <a:off x="501651" y="1490836"/>
          <a:ext cx="11163821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39772898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13" name="WorkstreamSummary">
            <a:extLst>
              <a:ext uri="{FF2B5EF4-FFF2-40B4-BE49-F238E27FC236}">
                <a16:creationId xmlns:a16="http://schemas.microsoft.com/office/drawing/2014/main" id="{CFA0C49E-7A3C-3053-FC01-1FC2AFD91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917322"/>
              </p:ext>
            </p:extLst>
          </p:nvPr>
        </p:nvGraphicFramePr>
        <p:xfrm>
          <a:off x="501647" y="2916387"/>
          <a:ext cx="11163820" cy="236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486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Priority Benefits SIT Review Summary – Test Cases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Network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{{NETMBTC}}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{{NETMNSTC}}</a:t>
                      </a:r>
                    </a:p>
                  </a:txBody>
                  <a:tcPr anchor="ctr"/>
                </a:tc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Rate Management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{{RATMBTC}}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{{RATMNSTC}}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Benefit Rules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{{BNFRBTC}}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{{BNFRNSTC}}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Plan Configuration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{{PLNCBTC}}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{{PLNCNSTC}}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2172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{{PDMTTC}}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{{PDMETC}}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{{PDMFTC}}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{{PDMNSTC}}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{{PDMB}}</a:t>
                      </a:r>
                      <a:endParaRPr lang="en-US" dirty="0"/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A1921257-2B94-55C6-560A-4E3C349B65D1}"/>
              </a:ext>
            </a:extLst>
          </p:cNvPr>
          <p:cNvSpPr txBox="1"/>
          <p:nvPr/>
        </p:nvSpPr>
        <p:spPr>
          <a:xfrm>
            <a:off x="500191" y="5487694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44" name="TextBox 4">
            <a:extLst>
              <a:ext uri="{FF2B5EF4-FFF2-40B4-BE49-F238E27FC236}">
                <a16:creationId xmlns:a16="http://schemas.microsoft.com/office/drawing/2014/main" id="{2005A0AA-4C35-A507-C943-9B868ECB6A36}"/>
              </a:ext>
            </a:extLst>
          </p:cNvPr>
          <p:cNvSpPr txBox="1"/>
          <p:nvPr/>
        </p:nvSpPr>
        <p:spPr>
          <a:xfrm>
            <a:off x="500191" y="1223873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{{AI_PDM_STATUS}}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9522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8716E-B487-DDD9-DAA1-A7A4C894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DF1AA34-3AF7-C645-33E7-EC65A595EC5A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2C9B9A"/>
                </a:solidFill>
                <a:latin typeface="Calibri"/>
              </a:rPr>
              <a:t>SIT 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57DF1A1-F033-708A-F25B-4A450040CC60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graphicFrame>
        <p:nvGraphicFramePr>
          <p:cNvPr id="5" name="ExecSummary">
            <a:extLst>
              <a:ext uri="{FF2B5EF4-FFF2-40B4-BE49-F238E27FC236}">
                <a16:creationId xmlns:a16="http://schemas.microsoft.com/office/drawing/2014/main" id="{227957E5-70D5-5397-CFA4-3192EF6D2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990064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653656663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6" name="WorkstreamSummary">
            <a:extLst>
              <a:ext uri="{FF2B5EF4-FFF2-40B4-BE49-F238E27FC236}">
                <a16:creationId xmlns:a16="http://schemas.microsoft.com/office/drawing/2014/main" id="{09ECDA40-F84C-C664-AE7D-D21F6D99C2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869009"/>
              </p:ext>
            </p:extLst>
          </p:nvPr>
        </p:nvGraphicFramePr>
        <p:xfrm>
          <a:off x="501646" y="2916387"/>
          <a:ext cx="11163821" cy="168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486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File Processing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{{FILPBTC}}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{{FILPNSTC}}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Trading Partner Setup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{{TPSTBTC}}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{{TPSTNSTC}}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2305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2005625-CF90-9D65-09A8-071E0345339C}"/>
              </a:ext>
            </a:extLst>
          </p:cNvPr>
          <p:cNvSpPr txBox="1"/>
          <p:nvPr/>
        </p:nvSpPr>
        <p:spPr>
          <a:xfrm>
            <a:off x="501648" y="4674667"/>
            <a:ext cx="5414382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8E92C5B3-AC57-DFAE-A2C4-9274FD8C5313}"/>
              </a:ext>
            </a:extLst>
          </p:cNvPr>
          <p:cNvSpPr txBox="1"/>
          <p:nvPr/>
        </p:nvSpPr>
        <p:spPr>
          <a:xfrm>
            <a:off x="501647" y="1243501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</a:p>
        </p:txBody>
      </p:sp>
    </p:spTree>
    <p:extLst>
      <p:ext uri="{BB962C8B-B14F-4D97-AF65-F5344CB8AC3E}">
        <p14:creationId xmlns:p14="http://schemas.microsoft.com/office/powerpoint/2010/main" val="45082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C950D-6B51-BB31-CE27-B9ADFAF6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7117329-1D08-BDA9-DFC8-484C0796A8EA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 dirty="0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 dirty="0">
                <a:solidFill>
                  <a:srgbClr val="2C9B9A"/>
                </a:solidFill>
                <a:latin typeface="Calibri"/>
              </a:rPr>
              <a:t>SIT Testing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C9B9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955EDAC-E93A-E6D7-7209-26088732626F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  <a:p>
            <a:pPr lvl="0">
              <a:defRPr/>
            </a:pPr>
            <a:endParaRPr lang="en-US" sz="1200"/>
          </a:p>
        </p:txBody>
      </p:sp>
      <p:graphicFrame>
        <p:nvGraphicFramePr>
          <p:cNvPr id="5" name="ExecSummary">
            <a:extLst>
              <a:ext uri="{FF2B5EF4-FFF2-40B4-BE49-F238E27FC236}">
                <a16:creationId xmlns:a16="http://schemas.microsoft.com/office/drawing/2014/main" id="{2AEF6147-1F47-F4B2-0C90-FFB18D44C5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514193"/>
              </p:ext>
            </p:extLst>
          </p:nvPr>
        </p:nvGraphicFramePr>
        <p:xfrm>
          <a:off x="501651" y="1490836"/>
          <a:ext cx="11163819" cy="9336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66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03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6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536469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140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{{ENRLFP}}%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{{ENRLB}}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6" name="WorkstreamSummary">
            <a:extLst>
              <a:ext uri="{FF2B5EF4-FFF2-40B4-BE49-F238E27FC236}">
                <a16:creationId xmlns:a16="http://schemas.microsoft.com/office/drawing/2014/main" id="{3341DA9E-7522-A1D5-146B-71F557DF58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715687"/>
              </p:ext>
            </p:extLst>
          </p:nvPr>
        </p:nvGraphicFramePr>
        <p:xfrm>
          <a:off x="501648" y="2916387"/>
          <a:ext cx="11163819" cy="168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7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486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9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1489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Cobra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{{COBRBTC}}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{{COBRNSTC}}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{{ENRLB}}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Calibri"/>
                        </a:rPr>
                        <a:t>Open 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{{OPENBTC}}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{{OPENNSTC}}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11072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{{ENRLTTC}}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{{ENRLETC}}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{{ENRLFTC}}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{{ENRLIPTC}}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{{ENRLBTC}}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{{ENRLNSTC}}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{{ENRLB}}</a:t>
                      </a:r>
                    </a:p>
                  </a:txBody>
                  <a:tcPr anchor="ctr">
                    <a:solidFill>
                      <a:srgbClr val="2C9B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A5A79F1-8AC7-B4F0-059E-E900FBF57FAB}"/>
              </a:ext>
            </a:extLst>
          </p:cNvPr>
          <p:cNvSpPr txBox="1"/>
          <p:nvPr/>
        </p:nvSpPr>
        <p:spPr>
          <a:xfrm>
            <a:off x="501648" y="4674667"/>
            <a:ext cx="5414382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>
              <a:solidFill>
                <a:srgbClr val="313131"/>
              </a:solidFill>
            </a:endParaRP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666B8906-E5CC-FB3E-E0B6-A6B616CC5B30}"/>
              </a:ext>
            </a:extLst>
          </p:cNvPr>
          <p:cNvSpPr txBox="1"/>
          <p:nvPr/>
        </p:nvSpPr>
        <p:spPr>
          <a:xfrm>
            <a:off x="516162" y="1234181"/>
            <a:ext cx="11101069" cy="353943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62456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fd36fe-389a-4f3a-9976-bee25438cfd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4BBC40EB3D414C83651E0F4794DDEF" ma:contentTypeVersion="11" ma:contentTypeDescription="Create a new document." ma:contentTypeScope="" ma:versionID="ac432b7c7a0758597f364c76a27f3563">
  <xsd:schema xmlns:xsd="http://www.w3.org/2001/XMLSchema" xmlns:xs="http://www.w3.org/2001/XMLSchema" xmlns:p="http://schemas.microsoft.com/office/2006/metadata/properties" xmlns:ns2="81fd36fe-389a-4f3a-9976-bee25438cfd0" targetNamespace="http://schemas.microsoft.com/office/2006/metadata/properties" ma:root="true" ma:fieldsID="e71be0df1837d809186b3abb1c1da983" ns2:_="">
    <xsd:import namespace="81fd36fe-389a-4f3a-9976-bee25438cf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d36fe-389a-4f3a-9976-bee25438cf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62f2d21-8215-4cea-bd96-116fead384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http://purl.org/dc/elements/1.1/"/>
    <ds:schemaRef ds:uri="http://schemas.microsoft.com/office/2006/metadata/properties"/>
    <ds:schemaRef ds:uri="http://purl.org/dc/terms/"/>
    <ds:schemaRef ds:uri="http://schemas.microsoft.com/office/2006/documentManagement/types"/>
    <ds:schemaRef ds:uri="81fd36fe-389a-4f3a-9976-bee25438cfd0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25DAFB6-DF8B-4F0D-BE89-1561B3B7E417}">
  <ds:schemaRefs>
    <ds:schemaRef ds:uri="81fd36fe-389a-4f3a-9976-bee25438cfd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1083</Words>
  <Application>Microsoft Macintosh PowerPoint</Application>
  <PresentationFormat>Widescreen</PresentationFormat>
  <Paragraphs>298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28</cp:revision>
  <dcterms:created xsi:type="dcterms:W3CDTF">2026-03-30T19:40:35Z</dcterms:created>
  <dcterms:modified xsi:type="dcterms:W3CDTF">2026-08-31T21:19:56Z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0x0101008F4BBC40EB3D414C83651E0F4794DDEF</vt:lpwstr>
  </property>
  <property fmtid="{D5CDD505-2E9C-101B-9397-08002B2CF9AE}" pid="3" name="MediaServiceImageTags">
    <vt:lpwstr/>
  </property>
</Properties>
</file>