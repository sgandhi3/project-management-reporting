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1"/>
  </p:notesMasterIdLst>
  <p:sldIdLst>
    <p:sldId id="2147483588" r:id="rId6"/>
    <p:sldId id="2147483620" r:id="rId7"/>
    <p:sldId id="2147483621" r:id="rId8"/>
    <p:sldId id="2147483608" r:id="rId9"/>
    <p:sldId id="214748360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21"/>
            <p14:sldId id="2147483608"/>
            <p14:sldId id="21474836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C0B49-5046-94DB-513A-C56A0C0506DF}" v="402" dt="2026-08-24T20:50:29.917"/>
    <p1510:client id="{9646695F-199A-5F4B-92D2-AF420CD02529}" v="186" dt="2026-08-24T15:37:11.727"/>
    <p1510:client id="{AC485FBD-E80A-DE18-16CE-00B722266578}" v="25" dt="2026-08-24T15:39:22.553"/>
    <p1510:client id="{CF78E818-AFD5-43B1-9EC2-DDEE3730B37E}" v="493" dt="2026-08-24T22:30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>
            <a:norm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>
                <a:solidFill>
                  <a:srgbClr val="007680"/>
                </a:solidFill>
                <a:latin typeface="Calibri"/>
              </a:rPr>
              <a:t>Defect </a:t>
            </a:r>
            <a:r>
              <a:rPr lang="en-US" sz="1050" b="1" dirty="0">
                <a:solidFill>
                  <a:srgbClr val="007680"/>
                </a:solidFill>
                <a:latin typeface="Calibri"/>
              </a:rPr>
              <a:t>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{{AI_DEFECT_TRIAGE_STATUS}}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801283"/>
              </p:ext>
            </p:extLst>
          </p:nvPr>
        </p:nvGraphicFramePr>
        <p:xfrm>
          <a:off x="6527074" y="2852056"/>
          <a:ext cx="5163863" cy="2135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PDM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Enrollment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{{ENRLTTC}}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{{ENRLB}}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EDI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PDM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913336"/>
              </p:ext>
            </p:extLst>
          </p:nvPr>
        </p:nvGraphicFramePr>
        <p:xfrm>
          <a:off x="501651" y="1490836"/>
          <a:ext cx="11163821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865523"/>
              </p:ext>
            </p:extLst>
          </p:nvPr>
        </p:nvGraphicFramePr>
        <p:xfrm>
          <a:off x="501648" y="2916387"/>
          <a:ext cx="11163826" cy="237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Network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{{NETMBTC}}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Rate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{{RATMBTC}}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Benefit Rules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{{BNFRBTC}}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Plan Configuration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{{PLNCBTC}}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2172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{{AI_PDM_STATUS}}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273220"/>
              </p:ext>
            </p:extLst>
          </p:nvPr>
        </p:nvGraphicFramePr>
        <p:xfrm>
          <a:off x="501647" y="2916387"/>
          <a:ext cx="11163817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File Processing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Trading Partner Setup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305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 dirty="0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472514"/>
              </p:ext>
            </p:extLst>
          </p:nvPr>
        </p:nvGraphicFramePr>
        <p:xfrm>
          <a:off x="501648" y="2916387"/>
          <a:ext cx="11163826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Cobra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Open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110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{{ENRLBTC}}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{{ENRLB}}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35394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1170</Words>
  <Application>Microsoft Macintosh PowerPoint</Application>
  <PresentationFormat>Widescreen</PresentationFormat>
  <Paragraphs>354</Paragraphs>
  <Slides>5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4</cp:revision>
  <dcterms:created xsi:type="dcterms:W3CDTF">2026-03-30T19:40:35Z</dcterms:created>
  <dcterms:modified xsi:type="dcterms:W3CDTF">2026-08-28T20:16:13Z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