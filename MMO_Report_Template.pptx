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81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{{PDMCB}}*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Planning Summary | 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17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1234440"/>
                <a:gridCol w="1737360"/>
                <a:gridCol w="1280160"/>
                <a:gridCol w="1097280"/>
                <a:gridCol w="1280160"/>
                <a:gridCol w="3528586"/>
              </a:tblGrid>
              <a:tr h="230000">
                <a:tc gridSpan="7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 count (Industry Best Practice)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Comments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{{EDITCSBENCH}}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{{EDITCSCOMMENTS}}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