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theme/theme2.xml" ContentType="application/vnd.openxmlformats-officedocument.theme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7" Type="http://schemas.microsoft.com/office/2020/02/relationships/classificationlabels" Target="docMetadata/LabelInfo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19" r:id="rId4"/>
    <p:sldMasterId id="2147483757" r:id="rId5"/>
  </p:sldMasterIdLst>
  <p:notesMasterIdLst>
    <p:notesMasterId r:id="rId14"/>
  </p:notesMasterIdLst>
  <p:sldIdLst>
    <p:sldId id="2147483588" r:id="rId6"/>
    <p:sldId id="2147483620" r:id="rId7"/>
    <p:sldId id="2147483614" r:id="rId8"/>
    <p:sldId id="2147483622" r:id="rId9"/>
    <p:sldId id="2147483621" r:id="rId10"/>
    <p:sldId id="2147483623" r:id="rId11"/>
    <p:sldId id="2147483608" r:id="rId12"/>
    <p:sldId id="2147483609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A50C2B47-29F0-5145-A610-1B393F7C5C22}">
          <p14:sldIdLst>
            <p14:sldId id="2147483588"/>
            <p14:sldId id="2147483620"/>
          </p14:sldIdLst>
        </p14:section>
        <p14:section name="Work Stream Report" id="{7F7058A9-543B-4063-913C-9EBD99D479DF}">
          <p14:sldIdLst>
            <p14:sldId id="2147483614"/>
            <p14:sldId id="2147483622"/>
            <p14:sldId id="2147483621"/>
            <p14:sldId id="2147483623"/>
            <p14:sldId id="2147483608"/>
            <p14:sldId id="214748360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2592DB77-016D-2894-7618-15E9AB52A849}" name="Sharma, Utkarsh" initials="US" userId="S::utkasharma@deloitte.com::0b75815b-62e9-4a90-8530-df5f1a468d5b" providerId="AD"/>
  <p188:author id="{394961A2-CD47-D227-8F1E-7B111DEE8F7B}" name="Khadri, Habib" initials="HK" userId="S::hkhadri@deloitte.com::fb9fabdf-5b74-4106-9d79-d7bad83cee2b" providerId="AD"/>
  <p188:author id="{542719E4-734E-9509-4F5E-E8B595E54DC2}" name="Curtis, Rhonda" initials="" userId="S::rhcurtis@deloitte.com::490ac867-96aa-4c70-800f-015ffadabd68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2C50F"/>
    <a:srgbClr val="EDF5E8"/>
    <a:srgbClr val="E7EFE3"/>
    <a:srgbClr val="2ECC71"/>
    <a:srgbClr val="E8E9ED"/>
    <a:srgbClr val="E67E22"/>
    <a:srgbClr val="9A564F"/>
    <a:srgbClr val="2C9B9A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AE393D8-7A53-4C9B-9909-442E2ED55D50}" v="1226" dt="2026-09-21T22:23:15.717"/>
    <p1510:client id="{86520559-9C2C-B64B-B429-9977961AE228}" v="187" dt="2026-09-21T22:07:42.560"/>
    <p1510:client id="{D4CCB43C-DAFA-65BB-6425-86B9D91E3F7A}" v="210" vWet="211" dt="2026-09-21T21:09:58.32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75"/>
  </p:normalViewPr>
  <p:slideViewPr>
    <p:cSldViewPr snapToGrid="0">
      <p:cViewPr varScale="1">
        <p:scale>
          <a:sx n="119" d="100"/>
          <a:sy n="119" d="100"/>
        </p:scale>
        <p:origin x="85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20" Type="http://schemas.microsoft.com/office/2018/10/relationships/authors" Target="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5" Type="http://schemas.openxmlformats.org/officeDocument/2006/relationships/slideMaster" Target="slideMasters/slideMaster2.xml"/><Relationship Id="rId15" Type="http://schemas.openxmlformats.org/officeDocument/2006/relationships/presProps" Target="presProps.xml"/><Relationship Id="rId10" Type="http://schemas.openxmlformats.org/officeDocument/2006/relationships/slide" Target="slides/slide5.xml"/><Relationship Id="rId19" Type="http://schemas.microsoft.com/office/2015/10/relationships/revisionInfo" Target="revisionInfo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DCACC89-694D-6647-91BA-F3E287B706AB}" type="datetimeFigureOut">
              <a:rPr lang="en-US" smtClean="0"/>
              <a:t>9/29/26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493E35-2244-C342-BE62-0B069E5D84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85461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5F1FBDF-07B1-4D9C-9CED-52EAE94FBB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116657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656821-AA4F-1632-A121-1B2282F3D1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413123-D703-BB38-B549-70F641DBCD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373765-B20C-A64A-6819-F89FD11FFB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Total &gt; Executed &gt; In Progress&gt; Pass &gt; Fail &gt; Defect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FD6922-2533-238B-2C6C-0881AEEA7B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493E35-2244-C342-BE62-0B069E5D846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01744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BCC6F1-3D8A-455F-4D62-91AF11BC76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0CD7FE-82DF-80D2-2E42-1927855392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F86AF3-742D-BA61-A476-E387CDF30D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06CF73-85CF-1CEE-311F-FB4D45C538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5493E35-2244-C342-BE62-0B069E5D8460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9106157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0F701D-881A-6713-C0AF-E97B8E09E9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4623C2-61B9-9C51-6DFE-16194B4B63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E62BB77-2BA5-585E-B515-654E948DC2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AEA809-9D70-E1F3-EB22-0E18A40E95B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5493E35-2244-C342-BE62-0B069E5D8460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4171246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BCC6F1-3D8A-455F-4D62-91AF11BC76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0CD7FE-82DF-80D2-2E42-1927855392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F86AF3-742D-BA61-A476-E387CDF30D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06CF73-85CF-1CEE-311F-FB4D45C538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5493E35-2244-C342-BE62-0B069E5D8460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9106157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06A5E5-05FD-661E-7484-665E986FBC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14C3D26-BF68-EC22-3B7A-E6BAE39B7E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299177-8E04-D839-1521-6AE0ED047E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B2C8CF-16E9-3B06-9848-BDB39FA391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5493E35-2244-C342-BE62-0B069E5D8460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2481501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BC035-7C5D-031D-1AAB-03BC50FBEF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275086-7CEC-B170-7108-4626122790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6A6064E-22E4-4A4B-41AB-BD5F8557DD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4C65F1-60D1-BC0A-819B-66E9B29505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5493E35-2244-C342-BE62-0B069E5D8460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0096783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75D3D9-6466-2F55-F196-D6B6CE16B8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D0BAC9-1680-BC8E-E919-068170F78A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05C91D-D13B-C4E4-424F-A01ED57FC4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704C4F-3D4D-7E9D-5C2C-B6BE11EA39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5493E35-2244-C342-BE62-0B069E5D8460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740808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6" Type="http://schemas.openxmlformats.org/officeDocument/2006/relationships/image" Target="../media/image6.emf"/><Relationship Id="rId5" Type="http://schemas.openxmlformats.org/officeDocument/2006/relationships/oleObject" Target="../embeddings/oleObject2.bin"/><Relationship Id="rId4" Type="http://schemas.openxmlformats.org/officeDocument/2006/relationships/image" Target="../media/image5.jpeg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5.xml"/><Relationship Id="rId5" Type="http://schemas.openxmlformats.org/officeDocument/2006/relationships/image" Target="../media/image8.emf"/><Relationship Id="rId4" Type="http://schemas.openxmlformats.org/officeDocument/2006/relationships/oleObject" Target="../embeddings/oleObject3.bin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9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2.xml"/><Relationship Id="rId2" Type="http://schemas.openxmlformats.org/officeDocument/2006/relationships/tags" Target="../tags/tag7.xml"/><Relationship Id="rId1" Type="http://schemas.openxmlformats.org/officeDocument/2006/relationships/tags" Target="../tags/tag6.xml"/><Relationship Id="rId6" Type="http://schemas.openxmlformats.org/officeDocument/2006/relationships/image" Target="../media/image6.emf"/><Relationship Id="rId5" Type="http://schemas.openxmlformats.org/officeDocument/2006/relationships/oleObject" Target="../embeddings/oleObject2.bin"/><Relationship Id="rId4" Type="http://schemas.openxmlformats.org/officeDocument/2006/relationships/image" Target="../media/image5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 - Black">
    <p:bg bwMode="gray"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E9ED29CA-6A60-490D-9D54-EA7CC7AF832C}"/>
              </a:ext>
            </a:extLst>
          </p:cNvPr>
          <p:cNvGrpSpPr>
            <a:grpSpLocks noChangeAspect="1"/>
          </p:cNvGrpSpPr>
          <p:nvPr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bg1"/>
          </a:solidFill>
        </p:grpSpPr>
        <p:sp>
          <p:nvSpPr>
            <p:cNvPr id="31" name="Oval 5">
              <a:extLst>
                <a:ext uri="{FF2B5EF4-FFF2-40B4-BE49-F238E27FC236}">
                  <a16:creationId xmlns:a16="http://schemas.microsoft.com/office/drawing/2014/main" id="{119E2360-A688-44DF-A6BB-76D18177CCF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accent1"/>
                </a:solidFill>
              </a:endParaRPr>
            </a:p>
          </p:txBody>
        </p:sp>
        <p:sp>
          <p:nvSpPr>
            <p:cNvPr id="32" name="Freeform 6">
              <a:extLst>
                <a:ext uri="{FF2B5EF4-FFF2-40B4-BE49-F238E27FC236}">
                  <a16:creationId xmlns:a16="http://schemas.microsoft.com/office/drawing/2014/main" id="{4265C3C7-34A9-47F1-AB5F-2771E187891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3" name="Rectangle 7">
              <a:extLst>
                <a:ext uri="{FF2B5EF4-FFF2-40B4-BE49-F238E27FC236}">
                  <a16:creationId xmlns:a16="http://schemas.microsoft.com/office/drawing/2014/main" id="{A9400861-EDC5-4A80-9569-C20320CE006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4" name="Freeform 8">
              <a:extLst>
                <a:ext uri="{FF2B5EF4-FFF2-40B4-BE49-F238E27FC236}">
                  <a16:creationId xmlns:a16="http://schemas.microsoft.com/office/drawing/2014/main" id="{64DC9296-DBBC-4C4E-ACB4-7DA2607D524B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5" name="Rectangle 9">
              <a:extLst>
                <a:ext uri="{FF2B5EF4-FFF2-40B4-BE49-F238E27FC236}">
                  <a16:creationId xmlns:a16="http://schemas.microsoft.com/office/drawing/2014/main" id="{3E26591B-8E9F-4856-8284-BF3F8DB6ABC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6" name="Rectangle 10">
              <a:extLst>
                <a:ext uri="{FF2B5EF4-FFF2-40B4-BE49-F238E27FC236}">
                  <a16:creationId xmlns:a16="http://schemas.microsoft.com/office/drawing/2014/main" id="{43F42271-5510-4D15-B07B-133237928BB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7" name="Freeform 11">
              <a:extLst>
                <a:ext uri="{FF2B5EF4-FFF2-40B4-BE49-F238E27FC236}">
                  <a16:creationId xmlns:a16="http://schemas.microsoft.com/office/drawing/2014/main" id="{00E9FD99-54D9-422B-9717-D0DD3442A0DF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8" name="Freeform 12">
              <a:extLst>
                <a:ext uri="{FF2B5EF4-FFF2-40B4-BE49-F238E27FC236}">
                  <a16:creationId xmlns:a16="http://schemas.microsoft.com/office/drawing/2014/main" id="{BAF30821-90D3-436A-8DDF-D130E66447E2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9" name="Freeform 13">
              <a:extLst>
                <a:ext uri="{FF2B5EF4-FFF2-40B4-BE49-F238E27FC236}">
                  <a16:creationId xmlns:a16="http://schemas.microsoft.com/office/drawing/2014/main" id="{5C1A565D-B22B-4EE2-ACC9-C993D581F00C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0" name="Freeform 14">
              <a:extLst>
                <a:ext uri="{FF2B5EF4-FFF2-40B4-BE49-F238E27FC236}">
                  <a16:creationId xmlns:a16="http://schemas.microsoft.com/office/drawing/2014/main" id="{666738FD-9737-43F5-8E36-896FD725FE08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  <p:sp>
        <p:nvSpPr>
          <p:cNvPr id="41" name="Picture Placeholder 8">
            <a:extLst>
              <a:ext uri="{FF2B5EF4-FFF2-40B4-BE49-F238E27FC236}">
                <a16:creationId xmlns:a16="http://schemas.microsoft.com/office/drawing/2014/main" id="{AC175F74-77C8-4969-BBF5-920619ED7628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393716" y="727595"/>
            <a:ext cx="5400000" cy="5400000"/>
          </a:xfrm>
          <a:prstGeom prst="rect">
            <a:avLst/>
          </a:prstGeom>
        </p:spPr>
        <p:txBody>
          <a:bodyPr/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42" name="Title 1">
            <a:extLst>
              <a:ext uri="{FF2B5EF4-FFF2-40B4-BE49-F238E27FC236}">
                <a16:creationId xmlns:a16="http://schemas.microsoft.com/office/drawing/2014/main" id="{B345DB50-CB94-4421-9E14-33DABF973475}"/>
              </a:ext>
            </a:extLst>
          </p:cNvPr>
          <p:cNvSpPr>
            <a:spLocks noGrp="1"/>
          </p:cNvSpPr>
          <p:nvPr>
            <p:ph type="ctrTitle"/>
          </p:nvPr>
        </p:nvSpPr>
        <p:spPr bwMode="gray">
          <a:xfrm>
            <a:off x="501651" y="5186207"/>
            <a:ext cx="4446269" cy="895983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algn="l">
              <a:lnSpc>
                <a:spcPts val="3200"/>
              </a:lnSpc>
              <a:defRPr sz="3200" b="0">
                <a:solidFill>
                  <a:schemeClr val="accent1"/>
                </a:solidFill>
                <a:latin typeface="Calibri Light" panose="020F0302020204030204" pitchFamily="34" charset="0"/>
                <a:ea typeface="Calibri" panose="020F05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43" name="Text Placeholder 4">
            <a:extLst>
              <a:ext uri="{FF2B5EF4-FFF2-40B4-BE49-F238E27FC236}">
                <a16:creationId xmlns:a16="http://schemas.microsoft.com/office/drawing/2014/main" id="{470C5F18-5824-4737-AA04-AA61C1FBBF1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1651" y="6381750"/>
            <a:ext cx="4446269" cy="273050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spcAft>
                <a:spcPts val="0"/>
              </a:spcAft>
              <a:defRPr sz="1400"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0250D39-3CD2-434D-B748-17EED0F3A2F1}"/>
              </a:ext>
            </a:extLst>
          </p:cNvPr>
          <p:cNvGrpSpPr>
            <a:grpSpLocks noChangeAspect="1"/>
          </p:cNvGrpSpPr>
          <p:nvPr/>
        </p:nvGrpSpPr>
        <p:grpSpPr>
          <a:xfrm>
            <a:off x="469900" y="457761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17" name="Oval 5">
              <a:extLst>
                <a:ext uri="{FF2B5EF4-FFF2-40B4-BE49-F238E27FC236}">
                  <a16:creationId xmlns:a16="http://schemas.microsoft.com/office/drawing/2014/main" id="{E29F2EAE-0B0B-4311-B8C7-B92308FDB40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rgbClr val="86BC2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18" name="Freeform 6">
              <a:extLst>
                <a:ext uri="{FF2B5EF4-FFF2-40B4-BE49-F238E27FC236}">
                  <a16:creationId xmlns:a16="http://schemas.microsoft.com/office/drawing/2014/main" id="{DD66D6FD-671C-4971-84E7-3F95D681AA91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19" name="Rectangle 7">
              <a:extLst>
                <a:ext uri="{FF2B5EF4-FFF2-40B4-BE49-F238E27FC236}">
                  <a16:creationId xmlns:a16="http://schemas.microsoft.com/office/drawing/2014/main" id="{A0D0BAEB-42C5-4909-8FAE-D062C509792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0" name="Freeform 8">
              <a:extLst>
                <a:ext uri="{FF2B5EF4-FFF2-40B4-BE49-F238E27FC236}">
                  <a16:creationId xmlns:a16="http://schemas.microsoft.com/office/drawing/2014/main" id="{A442559A-2DAB-4A59-908E-A9F30033549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1" name="Rectangle 9">
              <a:extLst>
                <a:ext uri="{FF2B5EF4-FFF2-40B4-BE49-F238E27FC236}">
                  <a16:creationId xmlns:a16="http://schemas.microsoft.com/office/drawing/2014/main" id="{3319EAFB-82E3-4AA5-8E76-BCBFD48519E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2" name="Rectangle 10">
              <a:extLst>
                <a:ext uri="{FF2B5EF4-FFF2-40B4-BE49-F238E27FC236}">
                  <a16:creationId xmlns:a16="http://schemas.microsoft.com/office/drawing/2014/main" id="{1B86A800-7B43-42DC-8F55-2BE218DAA85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3" name="Freeform 11">
              <a:extLst>
                <a:ext uri="{FF2B5EF4-FFF2-40B4-BE49-F238E27FC236}">
                  <a16:creationId xmlns:a16="http://schemas.microsoft.com/office/drawing/2014/main" id="{74D7DE78-318C-43DC-8425-6815074FDFF2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4" name="Freeform 12">
              <a:extLst>
                <a:ext uri="{FF2B5EF4-FFF2-40B4-BE49-F238E27FC236}">
                  <a16:creationId xmlns:a16="http://schemas.microsoft.com/office/drawing/2014/main" id="{8B9FF502-04DE-4886-8EC5-F59E2DDA7638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5" name="Freeform 13">
              <a:extLst>
                <a:ext uri="{FF2B5EF4-FFF2-40B4-BE49-F238E27FC236}">
                  <a16:creationId xmlns:a16="http://schemas.microsoft.com/office/drawing/2014/main" id="{AFD2C9A9-58B2-40D7-900D-9935E569C95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6" name="Freeform 14">
              <a:extLst>
                <a:ext uri="{FF2B5EF4-FFF2-40B4-BE49-F238E27FC236}">
                  <a16:creationId xmlns:a16="http://schemas.microsoft.com/office/drawing/2014/main" id="{FBFCAACE-51E1-460B-B814-DB6E1935A9AA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C35D988E-AB9B-4338-8B0B-A9D2FBBD359E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469900" y="457761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28" name="Oval 5">
              <a:extLst>
                <a:ext uri="{FF2B5EF4-FFF2-40B4-BE49-F238E27FC236}">
                  <a16:creationId xmlns:a16="http://schemas.microsoft.com/office/drawing/2014/main" id="{900D145D-F249-4360-A851-84590354DE01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rgbClr val="86BC2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9" name="Freeform 6">
              <a:extLst>
                <a:ext uri="{FF2B5EF4-FFF2-40B4-BE49-F238E27FC236}">
                  <a16:creationId xmlns:a16="http://schemas.microsoft.com/office/drawing/2014/main" id="{DA91093B-1D7D-4E9C-80DD-053FD0C92826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4" name="Rectangle 7">
              <a:extLst>
                <a:ext uri="{FF2B5EF4-FFF2-40B4-BE49-F238E27FC236}">
                  <a16:creationId xmlns:a16="http://schemas.microsoft.com/office/drawing/2014/main" id="{D75F7421-C68D-4202-A0E2-B866717DDEF0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5" name="Freeform 8">
              <a:extLst>
                <a:ext uri="{FF2B5EF4-FFF2-40B4-BE49-F238E27FC236}">
                  <a16:creationId xmlns:a16="http://schemas.microsoft.com/office/drawing/2014/main" id="{6DE98E27-9E3D-4174-9895-EE41667C63A4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6" name="Rectangle 9">
              <a:extLst>
                <a:ext uri="{FF2B5EF4-FFF2-40B4-BE49-F238E27FC236}">
                  <a16:creationId xmlns:a16="http://schemas.microsoft.com/office/drawing/2014/main" id="{A400316F-9B75-46A7-B1DF-72DD3623FD16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7" name="Rectangle 10">
              <a:extLst>
                <a:ext uri="{FF2B5EF4-FFF2-40B4-BE49-F238E27FC236}">
                  <a16:creationId xmlns:a16="http://schemas.microsoft.com/office/drawing/2014/main" id="{80392710-6741-4A2A-B74E-E7E47B6F6C92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8" name="Freeform 11">
              <a:extLst>
                <a:ext uri="{FF2B5EF4-FFF2-40B4-BE49-F238E27FC236}">
                  <a16:creationId xmlns:a16="http://schemas.microsoft.com/office/drawing/2014/main" id="{7E5628F7-91B4-40CC-93AA-15FE7FE83E9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9" name="Freeform 12">
              <a:extLst>
                <a:ext uri="{FF2B5EF4-FFF2-40B4-BE49-F238E27FC236}">
                  <a16:creationId xmlns:a16="http://schemas.microsoft.com/office/drawing/2014/main" id="{705DD4AC-A5BB-439E-AD61-E7E5A2A004D5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50" name="Freeform 13">
              <a:extLst>
                <a:ext uri="{FF2B5EF4-FFF2-40B4-BE49-F238E27FC236}">
                  <a16:creationId xmlns:a16="http://schemas.microsoft.com/office/drawing/2014/main" id="{B332C818-B977-4B0B-BF7A-3565E9B5BE51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51" name="Freeform 14">
              <a:extLst>
                <a:ext uri="{FF2B5EF4-FFF2-40B4-BE49-F238E27FC236}">
                  <a16:creationId xmlns:a16="http://schemas.microsoft.com/office/drawing/2014/main" id="{01AFB913-ABEF-4721-A184-6CE57CC2AA4C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08810673"/>
      </p:ext>
    </p:extLst>
  </p:cSld>
  <p:clrMapOvr>
    <a:masterClrMapping/>
  </p:clrMapOvr>
  <p:hf hdr="0" dt="0"/>
  <p:extLst>
    <p:ext uri="{DCECCB84-F9BA-43D5-87BE-67443E8EF086}">
      <p15:sldGuideLst xmlns:p15="http://schemas.microsoft.com/office/powerpoint/2012/main">
        <p15:guide id="1" orient="horz" pos="408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 descr="Une image contenant texte, capture d’écran, diagramme, Police  Description générée automatiquement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24" y="0"/>
            <a:ext cx="12188952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 bwMode="gray">
          <a:xfrm>
            <a:off x="1005839" y="1670834"/>
            <a:ext cx="10036811" cy="1592403"/>
          </a:xfrm>
          <a:prstGeom prst="rect">
            <a:avLst/>
          </a:prstGeom>
        </p:spPr>
        <p:txBody>
          <a:bodyPr anchor="b"/>
          <a:lstStyle>
            <a:lvl1pPr>
              <a:lnSpc>
                <a:spcPct val="95000"/>
              </a:lnSpc>
              <a:defRPr sz="3600" b="1">
                <a:solidFill>
                  <a:schemeClr val="bg1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gray">
          <a:xfrm>
            <a:off x="1005839" y="3429000"/>
            <a:ext cx="10036811" cy="1566532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95000"/>
              </a:lnSpc>
              <a:spcAft>
                <a:spcPts val="0"/>
              </a:spcAft>
              <a:buNone/>
              <a:defRPr sz="3600">
                <a:solidFill>
                  <a:schemeClr val="bg1"/>
                </a:solidFill>
                <a:latin typeface="+mn-lt"/>
                <a:cs typeface="Calibri" panose="020F050202020403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682283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 - Black Page Image">
    <p:bg bwMode="gray"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icture Placeholder 8">
            <a:extLst>
              <a:ext uri="{FF2B5EF4-FFF2-40B4-BE49-F238E27FC236}">
                <a16:creationId xmlns:a16="http://schemas.microsoft.com/office/drawing/2014/main" id="{DEF77F0F-DE6A-48C9-92BD-013174DD643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icon to add picture</a:t>
            </a:r>
          </a:p>
        </p:txBody>
      </p:sp>
      <p:sp>
        <p:nvSpPr>
          <p:cNvPr id="41" name="Text Placeholder 4">
            <a:extLst>
              <a:ext uri="{FF2B5EF4-FFF2-40B4-BE49-F238E27FC236}">
                <a16:creationId xmlns:a16="http://schemas.microsoft.com/office/drawing/2014/main" id="{EE5D7BA0-7E63-4F55-8707-FB998AF96C8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1651" y="6234793"/>
            <a:ext cx="4446269" cy="273050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spcAft>
                <a:spcPts val="0"/>
              </a:spcAft>
              <a:defRPr sz="1400" b="1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37C1D43B-9933-4650-9DD5-73494BECAE5A}"/>
              </a:ext>
            </a:extLst>
          </p:cNvPr>
          <p:cNvSpPr>
            <a:spLocks noGrp="1"/>
          </p:cNvSpPr>
          <p:nvPr>
            <p:ph type="ctrTitle"/>
          </p:nvPr>
        </p:nvSpPr>
        <p:spPr bwMode="gray">
          <a:xfrm>
            <a:off x="501651" y="5186207"/>
            <a:ext cx="4446269" cy="895983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200" b="0">
                <a:solidFill>
                  <a:schemeClr val="accent3"/>
                </a:solidFill>
                <a:latin typeface="Calibri Light" panose="020F0302020204030204" pitchFamily="34" charset="0"/>
                <a:ea typeface="Calibri" panose="020F05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55EEA3F2-C909-4275-956A-5518D341D424}"/>
              </a:ext>
            </a:extLst>
          </p:cNvPr>
          <p:cNvGrpSpPr>
            <a:grpSpLocks noChangeAspect="1"/>
          </p:cNvGrpSpPr>
          <p:nvPr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31" name="Oval 5">
              <a:extLst>
                <a:ext uri="{FF2B5EF4-FFF2-40B4-BE49-F238E27FC236}">
                  <a16:creationId xmlns:a16="http://schemas.microsoft.com/office/drawing/2014/main" id="{619F8D2D-E0FF-4267-BB4C-23E0F19AA0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2" name="Freeform 6">
              <a:extLst>
                <a:ext uri="{FF2B5EF4-FFF2-40B4-BE49-F238E27FC236}">
                  <a16:creationId xmlns:a16="http://schemas.microsoft.com/office/drawing/2014/main" id="{40BDA8F6-D1EC-4590-8515-7F2E0D9EE11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3" name="Rectangle 7">
              <a:extLst>
                <a:ext uri="{FF2B5EF4-FFF2-40B4-BE49-F238E27FC236}">
                  <a16:creationId xmlns:a16="http://schemas.microsoft.com/office/drawing/2014/main" id="{8E570DBD-3EC7-4EE8-886A-A6498BEC37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4" name="Freeform 8">
              <a:extLst>
                <a:ext uri="{FF2B5EF4-FFF2-40B4-BE49-F238E27FC236}">
                  <a16:creationId xmlns:a16="http://schemas.microsoft.com/office/drawing/2014/main" id="{B1656288-29CD-4B95-A46B-7B8DA786095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5" name="Rectangle 9">
              <a:extLst>
                <a:ext uri="{FF2B5EF4-FFF2-40B4-BE49-F238E27FC236}">
                  <a16:creationId xmlns:a16="http://schemas.microsoft.com/office/drawing/2014/main" id="{C3894AF9-2B03-4231-9AEA-EC49F5E194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6" name="Rectangle 10">
              <a:extLst>
                <a:ext uri="{FF2B5EF4-FFF2-40B4-BE49-F238E27FC236}">
                  <a16:creationId xmlns:a16="http://schemas.microsoft.com/office/drawing/2014/main" id="{F1C43784-6F73-4D9F-8497-B40FDBB854E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7" name="Freeform 11">
              <a:extLst>
                <a:ext uri="{FF2B5EF4-FFF2-40B4-BE49-F238E27FC236}">
                  <a16:creationId xmlns:a16="http://schemas.microsoft.com/office/drawing/2014/main" id="{E031C0BD-B701-4255-B53D-1A0FB806633C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8" name="Freeform 12">
              <a:extLst>
                <a:ext uri="{FF2B5EF4-FFF2-40B4-BE49-F238E27FC236}">
                  <a16:creationId xmlns:a16="http://schemas.microsoft.com/office/drawing/2014/main" id="{1F07466D-8C2C-4286-9984-9193301353E7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9" name="Freeform 13">
              <a:extLst>
                <a:ext uri="{FF2B5EF4-FFF2-40B4-BE49-F238E27FC236}">
                  <a16:creationId xmlns:a16="http://schemas.microsoft.com/office/drawing/2014/main" id="{F2700776-9B5A-4A2C-BA8E-E8C5B03A090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2" name="Freeform 14">
              <a:extLst>
                <a:ext uri="{FF2B5EF4-FFF2-40B4-BE49-F238E27FC236}">
                  <a16:creationId xmlns:a16="http://schemas.microsoft.com/office/drawing/2014/main" id="{1D768AB6-AEBA-4689-BCE3-70447F634D0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52541757"/>
      </p:ext>
    </p:extLst>
  </p:cSld>
  <p:clrMapOvr>
    <a:masterClrMapping/>
  </p:clrMapOvr>
  <p:hf hdr="0" dt="0"/>
  <p:extLst>
    <p:ext uri="{DCECCB84-F9BA-43D5-87BE-67443E8EF086}">
      <p15:sldGuideLst xmlns:p15="http://schemas.microsoft.com/office/powerpoint/2012/main">
        <p15:guide id="1" orient="horz" pos="4088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525" y="0"/>
            <a:ext cx="12188950" cy="685799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 bwMode="gray">
          <a:xfrm>
            <a:off x="1005839" y="2632799"/>
            <a:ext cx="10036811" cy="1592403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95000"/>
              </a:lnSpc>
              <a:defRPr sz="3600" b="1">
                <a:solidFill>
                  <a:srgbClr val="007680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4618232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525" y="0"/>
            <a:ext cx="12188950" cy="685799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 bwMode="gray">
          <a:xfrm>
            <a:off x="1005839" y="1670834"/>
            <a:ext cx="10036811" cy="1592403"/>
          </a:xfrm>
          <a:prstGeom prst="rect">
            <a:avLst/>
          </a:prstGeom>
        </p:spPr>
        <p:txBody>
          <a:bodyPr anchor="b"/>
          <a:lstStyle>
            <a:lvl1pPr>
              <a:lnSpc>
                <a:spcPct val="95000"/>
              </a:lnSpc>
              <a:defRPr sz="3600" b="1">
                <a:solidFill>
                  <a:srgbClr val="007680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gray">
          <a:xfrm>
            <a:off x="1005839" y="3429000"/>
            <a:ext cx="10036811" cy="1566532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95000"/>
              </a:lnSpc>
              <a:spcAft>
                <a:spcPts val="0"/>
              </a:spcAft>
              <a:buNone/>
              <a:defRPr sz="3600">
                <a:solidFill>
                  <a:srgbClr val="007680"/>
                </a:solidFill>
                <a:latin typeface="+mn-lt"/>
                <a:cs typeface="Calibri" panose="020F050202020403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678736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" y="0"/>
            <a:ext cx="12188950" cy="685799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 bwMode="gray">
          <a:xfrm>
            <a:off x="1005839" y="3285941"/>
            <a:ext cx="10036811" cy="1592403"/>
          </a:xfrm>
          <a:prstGeom prst="rect">
            <a:avLst/>
          </a:prstGeom>
        </p:spPr>
        <p:txBody>
          <a:bodyPr anchor="t"/>
          <a:lstStyle>
            <a:lvl1pPr>
              <a:lnSpc>
                <a:spcPct val="95000"/>
              </a:lnSpc>
              <a:defRPr sz="3600" b="1">
                <a:solidFill>
                  <a:srgbClr val="007680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</a:t>
            </a:r>
            <a:br>
              <a:rPr lang="en-US" noProof="0"/>
            </a:br>
            <a:r>
              <a:rPr lang="en-US" noProof="0"/>
              <a:t>title style</a:t>
            </a:r>
          </a:p>
        </p:txBody>
      </p:sp>
      <p:sp>
        <p:nvSpPr>
          <p:cNvPr id="8" name="Espace réservé du texte 7">
            <a:extLst>
              <a:ext uri="{FF2B5EF4-FFF2-40B4-BE49-F238E27FC236}">
                <a16:creationId xmlns:a16="http://schemas.microsoft.com/office/drawing/2014/main" id="{BAC1F984-0896-08AD-D32A-C5F31039A68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05839" y="2405525"/>
            <a:ext cx="3228975" cy="966787"/>
          </a:xfrm>
        </p:spPr>
        <p:txBody>
          <a:bodyPr>
            <a:noAutofit/>
          </a:bodyPr>
          <a:lstStyle>
            <a:lvl1pPr>
              <a:defRPr sz="5400">
                <a:solidFill>
                  <a:schemeClr val="accent1"/>
                </a:solidFill>
              </a:defRPr>
            </a:lvl1pPr>
            <a:lvl2pPr>
              <a:defRPr sz="5400">
                <a:solidFill>
                  <a:schemeClr val="accent1"/>
                </a:solidFill>
              </a:defRPr>
            </a:lvl2pPr>
            <a:lvl3pPr>
              <a:defRPr sz="5400">
                <a:solidFill>
                  <a:schemeClr val="accent1"/>
                </a:solidFill>
              </a:defRPr>
            </a:lvl3pPr>
            <a:lvl4pPr>
              <a:defRPr sz="5400">
                <a:solidFill>
                  <a:schemeClr val="accent1"/>
                </a:solidFill>
              </a:defRPr>
            </a:lvl4pPr>
            <a:lvl5pPr>
              <a:defRPr sz="5400">
                <a:solidFill>
                  <a:schemeClr val="accent1"/>
                </a:solidFill>
              </a:defRPr>
            </a:lvl5pPr>
          </a:lstStyle>
          <a:p>
            <a:pPr lvl="0"/>
            <a:r>
              <a:rPr lang="fr-FR" err="1"/>
              <a:t>Number</a:t>
            </a:r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470285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 descr="Une image contenant doigt, ongle, personne, main  Description générée automatiquement">
            <a:extLst>
              <a:ext uri="{FF2B5EF4-FFF2-40B4-BE49-F238E27FC236}">
                <a16:creationId xmlns:a16="http://schemas.microsoft.com/office/drawing/2014/main" id="{3E62A6BF-F7FA-FC83-4BEA-3AEAFC30C4B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24" y="0"/>
            <a:ext cx="1218895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15AAA3FE-D07E-E033-2D8B-CFBA960FB7B5}"/>
              </a:ext>
            </a:extLst>
          </p:cNvPr>
          <p:cNvSpPr/>
          <p:nvPr userDrawn="1"/>
        </p:nvSpPr>
        <p:spPr bwMode="gray">
          <a:xfrm>
            <a:off x="0" y="0"/>
            <a:ext cx="9149443" cy="6858000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1"/>
            <a:tileRect/>
          </a:gradFill>
          <a:ln w="19050" algn="ctr">
            <a:noFill/>
            <a:miter lim="800000"/>
            <a:headEnd/>
            <a:tailEnd/>
          </a:ln>
        </p:spPr>
        <p:txBody>
          <a:bodyPr wrap="square" lIns="88900" tIns="88900" rIns="88900" bIns="88900" rtlCol="0" anchor="ctr"/>
          <a:lstStyle/>
          <a:p>
            <a:pPr algn="ctr">
              <a:lnSpc>
                <a:spcPct val="106000"/>
              </a:lnSpc>
              <a:buFont typeface="Wingdings 2" pitchFamily="18" charset="2"/>
              <a:buNone/>
            </a:pPr>
            <a:endParaRPr lang="en-CA" sz="1600" b="1">
              <a:solidFill>
                <a:schemeClr val="bg1"/>
              </a:solidFill>
            </a:endParaRPr>
          </a:p>
        </p:txBody>
      </p:sp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F79D3799-9A6C-45EE-B3ED-0F77AAB658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6" name="Copyright">
            <a:extLst>
              <a:ext uri="{FF2B5EF4-FFF2-40B4-BE49-F238E27FC236}">
                <a16:creationId xmlns:a16="http://schemas.microsoft.com/office/drawing/2014/main" id="{A33EB3C6-CB3C-0EEA-A868-3EFD06E90ED5}"/>
              </a:ext>
            </a:extLst>
          </p:cNvPr>
          <p:cNvSpPr txBox="1"/>
          <p:nvPr userDrawn="1"/>
        </p:nvSpPr>
        <p:spPr>
          <a:xfrm>
            <a:off x="469900" y="6477000"/>
            <a:ext cx="5355167" cy="100027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0" indent="0" algn="l" defTabSz="914400" rtl="0" eaLnBrk="1" latinLnBrk="0" hangingPunct="1">
              <a:spcBef>
                <a:spcPts val="600"/>
              </a:spcBef>
              <a:buSzPct val="100000"/>
              <a:buFont typeface="Arial"/>
              <a:buNone/>
            </a:pPr>
            <a:r>
              <a:rPr lang="en-US" sz="800" b="0" noProof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t>Copyright © 2025 Deloitte Development LLC. All rights reserved.</a:t>
            </a:r>
          </a:p>
        </p:txBody>
      </p:sp>
      <p:sp>
        <p:nvSpPr>
          <p:cNvPr id="7" name="TextBox 2">
            <a:extLst>
              <a:ext uri="{FF2B5EF4-FFF2-40B4-BE49-F238E27FC236}">
                <a16:creationId xmlns:a16="http://schemas.microsoft.com/office/drawing/2014/main" id="{2B27ED69-0320-C221-6122-02DEFC7FD5AC}"/>
              </a:ext>
            </a:extLst>
          </p:cNvPr>
          <p:cNvSpPr txBox="1"/>
          <p:nvPr userDrawn="1"/>
        </p:nvSpPr>
        <p:spPr>
          <a:xfrm>
            <a:off x="11382377" y="6477001"/>
            <a:ext cx="3079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 algn="r">
              <a:spcBef>
                <a:spcPts val="600"/>
              </a:spcBef>
              <a:buSzPct val="100000"/>
              <a:buFont typeface="Arial"/>
              <a:buNone/>
            </a:pPr>
            <a:fld id="{C58DF478-B544-4ED8-9ED4-6A2648E2D233}" type="slidenum">
              <a:rPr lang="en-US" sz="800" noProof="0" smtClean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pPr marL="0" indent="0" algn="r">
                <a:spcBef>
                  <a:spcPts val="600"/>
                </a:spcBef>
                <a:buSzPct val="100000"/>
                <a:buFont typeface="Arial"/>
                <a:buNone/>
              </a:pPr>
              <a:t>‹#›</a:t>
            </a:fld>
            <a:endParaRPr lang="en-US" sz="800" noProof="0">
              <a:solidFill>
                <a:schemeClr val="tx1"/>
              </a:solidFill>
              <a:latin typeface="+mn-lt"/>
              <a:cs typeface="Calibri" panose="020F0502020204030204" pitchFamily="34" charset="0"/>
            </a:endParaRPr>
          </a:p>
        </p:txBody>
      </p:sp>
      <p:sp>
        <p:nvSpPr>
          <p:cNvPr id="8" name="Copyright">
            <a:extLst>
              <a:ext uri="{FF2B5EF4-FFF2-40B4-BE49-F238E27FC236}">
                <a16:creationId xmlns:a16="http://schemas.microsoft.com/office/drawing/2014/main" id="{4A7243CC-CCA8-1D96-AF79-B9FC0D7E1FFE}"/>
              </a:ext>
            </a:extLst>
          </p:cNvPr>
          <p:cNvSpPr txBox="1"/>
          <p:nvPr userDrawn="1"/>
        </p:nvSpPr>
        <p:spPr>
          <a:xfrm>
            <a:off x="6836833" y="6477000"/>
            <a:ext cx="4428067" cy="1385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0" indent="0" algn="r" defTabSz="914400" rtl="0" eaLnBrk="1" latinLnBrk="0" hangingPunct="1">
              <a:spcBef>
                <a:spcPts val="600"/>
              </a:spcBef>
              <a:buSzPct val="100000"/>
              <a:buFont typeface="Arial"/>
              <a:buNone/>
            </a:pPr>
            <a:r>
              <a:rPr lang="en-US" sz="800" b="0" noProof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t>Medical Mutual</a:t>
            </a:r>
          </a:p>
        </p:txBody>
      </p:sp>
    </p:spTree>
    <p:extLst>
      <p:ext uri="{BB962C8B-B14F-4D97-AF65-F5344CB8AC3E}">
        <p14:creationId xmlns:p14="http://schemas.microsoft.com/office/powerpoint/2010/main" val="11125048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 descr="Une image contenant texte, capture d’écran, diagramme, Police  Description générée automatiquement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24" y="0"/>
            <a:ext cx="12188952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 bwMode="gray">
          <a:xfrm>
            <a:off x="1005839" y="2632799"/>
            <a:ext cx="10036811" cy="1592403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95000"/>
              </a:lnSpc>
              <a:defRPr sz="3600" b="1">
                <a:solidFill>
                  <a:schemeClr val="bg1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0300388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F79D3799-9A6C-45EE-B3ED-0F77AAB658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3673558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ey statement whi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501651" y="1665288"/>
            <a:ext cx="9277349" cy="471646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3600"/>
              </a:spcBef>
              <a:buFontTx/>
              <a:buNone/>
              <a:defRPr sz="3600">
                <a:solidFill>
                  <a:schemeClr val="tx1"/>
                </a:solidFill>
              </a:defRPr>
            </a:lvl1pPr>
            <a:lvl2pPr marL="457200" indent="-457200">
              <a:defRPr sz="3000">
                <a:solidFill>
                  <a:schemeClr val="bg2"/>
                </a:solidFill>
              </a:defRPr>
            </a:lvl2pPr>
            <a:lvl3pPr>
              <a:defRPr sz="3000">
                <a:solidFill>
                  <a:schemeClr val="bg2"/>
                </a:solidFill>
              </a:defRPr>
            </a:lvl3pPr>
            <a:lvl4pPr>
              <a:defRPr sz="3000">
                <a:solidFill>
                  <a:schemeClr val="bg2"/>
                </a:solidFill>
              </a:defRPr>
            </a:lvl4pPr>
            <a:lvl5pPr>
              <a:defRPr sz="3000">
                <a:solidFill>
                  <a:schemeClr val="bg2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31126989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Chart Placeholder 3"/>
          <p:cNvSpPr>
            <a:spLocks noGrp="1"/>
          </p:cNvSpPr>
          <p:nvPr>
            <p:ph type="chart" sz="quarter" idx="15"/>
          </p:nvPr>
        </p:nvSpPr>
        <p:spPr>
          <a:xfrm>
            <a:off x="501652" y="2052000"/>
            <a:ext cx="11188699" cy="4069013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/>
              <a:t>Click icon to add chart</a:t>
            </a:r>
            <a:endParaRPr lang="en-GB"/>
          </a:p>
        </p:txBody>
      </p:sp>
      <p:sp>
        <p:nvSpPr>
          <p:cNvPr id="18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501652" y="1674087"/>
            <a:ext cx="11188699" cy="357187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9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501651" y="6121014"/>
            <a:ext cx="11188700" cy="260737"/>
          </a:xfrm>
        </p:spPr>
        <p:txBody>
          <a:bodyPr>
            <a:noAutofit/>
          </a:bodyPr>
          <a:lstStyle>
            <a:lvl1pPr>
              <a:spcAft>
                <a:spcPts val="0"/>
              </a:spcAft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8CFE9674-04ED-4C53-9426-4EA385799F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42157548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1 column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8"/>
          <p:cNvSpPr>
            <a:spLocks noGrp="1"/>
          </p:cNvSpPr>
          <p:nvPr>
            <p:ph idx="1"/>
          </p:nvPr>
        </p:nvSpPr>
        <p:spPr>
          <a:xfrm>
            <a:off x="501651" y="1665289"/>
            <a:ext cx="11165416" cy="471646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buFontTx/>
              <a:buNone/>
              <a:defRPr>
                <a:latin typeface="+mn-lt"/>
              </a:defRPr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>
                <a:latin typeface="+mn-lt"/>
              </a:defRPr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>
                <a:latin typeface="+mn-lt"/>
              </a:defRPr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>
                <a:latin typeface="+mn-lt"/>
              </a:defRPr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91AA219-3285-40E3-9146-7A9E17B0F4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785749708"/>
      </p:ext>
    </p:extLst>
  </p:cSld>
  <p:clrMapOvr>
    <a:masterClrMapping/>
  </p:clrMapOvr>
  <p:hf hd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/>
          <p:cNvSpPr>
            <a:spLocks noGrp="1"/>
          </p:cNvSpPr>
          <p:nvPr>
            <p:ph sz="quarter" idx="10"/>
          </p:nvPr>
        </p:nvSpPr>
        <p:spPr>
          <a:xfrm>
            <a:off x="501651" y="1665289"/>
            <a:ext cx="9277349" cy="47164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6729413" algn="r"/>
              </a:tabLst>
              <a:defRPr>
                <a:latin typeface="+mn-lt"/>
              </a:defRPr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6729413" algn="r"/>
              </a:tabLst>
              <a:defRPr>
                <a:latin typeface="+mn-lt"/>
              </a:defRPr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6729413" algn="r"/>
              </a:tabLst>
              <a:defRPr>
                <a:latin typeface="+mn-lt"/>
              </a:defRPr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6729413" algn="r"/>
              </a:tabLst>
              <a:defRPr>
                <a:latin typeface="+mn-lt"/>
              </a:defRPr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>
                <a:latin typeface="+mn-lt"/>
              </a:defRPr>
            </a:lvl5pPr>
            <a:lvl6pPr>
              <a:tabLst>
                <a:tab pos="6729413" algn="r"/>
              </a:tabLst>
              <a:defRPr/>
            </a:lvl6pPr>
            <a:lvl7pPr>
              <a:tabLst>
                <a:tab pos="6729413" algn="r"/>
              </a:tabLst>
              <a:defRPr/>
            </a:lvl7pPr>
            <a:lvl8pPr>
              <a:tabLst>
                <a:tab pos="6729413" algn="r"/>
              </a:tabLst>
              <a:defRPr/>
            </a:lvl8pPr>
            <a:lvl9pPr>
              <a:tabLst>
                <a:tab pos="6729413" algn="r"/>
              </a:tabLst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E56660C-D97A-4199-9DB7-D8D50E3721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848942251"/>
      </p:ext>
    </p:extLst>
  </p:cSld>
  <p:clrMapOvr>
    <a:masterClrMapping/>
  </p:clrMapOvr>
  <p:hf hd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Letter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8862256" y="405929"/>
            <a:ext cx="2804160" cy="1027760"/>
          </a:xfrm>
        </p:spPr>
        <p:txBody>
          <a:bodyPr>
            <a:noAutofit/>
          </a:bodyPr>
          <a:lstStyle>
            <a:lvl1pPr>
              <a:spcBef>
                <a:spcPts val="185"/>
              </a:spcBef>
              <a:defRPr sz="923">
                <a:solidFill>
                  <a:schemeClr val="tx1"/>
                </a:solidFill>
              </a:defRPr>
            </a:lvl1pPr>
            <a:lvl2pPr>
              <a:defRPr sz="969">
                <a:solidFill>
                  <a:schemeClr val="tx2"/>
                </a:solidFill>
              </a:defRPr>
            </a:lvl2pPr>
            <a:lvl3pPr>
              <a:defRPr sz="969">
                <a:solidFill>
                  <a:schemeClr val="tx2"/>
                </a:solidFill>
              </a:defRPr>
            </a:lvl3pPr>
            <a:lvl4pPr>
              <a:defRPr sz="923">
                <a:solidFill>
                  <a:schemeClr val="tx2"/>
                </a:solidFill>
              </a:defRPr>
            </a:lvl4pPr>
            <a:lvl5pPr>
              <a:defRPr sz="923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1"/>
          </p:nvPr>
        </p:nvSpPr>
        <p:spPr>
          <a:xfrm>
            <a:off x="495300" y="1665288"/>
            <a:ext cx="2796541" cy="4716462"/>
          </a:xfrm>
        </p:spPr>
        <p:txBody>
          <a:bodyPr>
            <a:noAutofit/>
          </a:bodyPr>
          <a:lstStyle>
            <a:lvl1pPr>
              <a:spcBef>
                <a:spcPts val="0"/>
              </a:spcBef>
              <a:spcAft>
                <a:spcPts val="554"/>
              </a:spcAft>
              <a:defRPr sz="1000"/>
            </a:lvl1pPr>
            <a:lvl2pPr>
              <a:spcBef>
                <a:spcPts val="277"/>
              </a:spcBef>
              <a:defRPr/>
            </a:lvl2pPr>
            <a:lvl3pPr>
              <a:spcBef>
                <a:spcPts val="277"/>
              </a:spcBef>
              <a:defRPr/>
            </a:lvl3pPr>
            <a:lvl4pPr>
              <a:spcBef>
                <a:spcPts val="277"/>
              </a:spcBef>
              <a:defRPr/>
            </a:lvl4pPr>
            <a:lvl5pPr>
              <a:spcBef>
                <a:spcPts val="277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2"/>
          </p:nvPr>
        </p:nvSpPr>
        <p:spPr>
          <a:xfrm>
            <a:off x="3780369" y="1665287"/>
            <a:ext cx="7916331" cy="4716461"/>
          </a:xfrm>
        </p:spPr>
        <p:txBody>
          <a:bodyPr>
            <a:noAutofit/>
          </a:bodyPr>
          <a:lstStyle>
            <a:lvl1pPr marL="0" indent="0" algn="l">
              <a:spcBef>
                <a:spcPts val="1662"/>
              </a:spcBef>
              <a:buFontTx/>
              <a:buNone/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noProof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7C54E12-F787-4B6D-B957-5BFB290BB220}"/>
              </a:ext>
            </a:extLst>
          </p:cNvPr>
          <p:cNvGrpSpPr>
            <a:grpSpLocks noChangeAspect="1"/>
          </p:cNvGrpSpPr>
          <p:nvPr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17" name="Oval 5">
              <a:extLst>
                <a:ext uri="{FF2B5EF4-FFF2-40B4-BE49-F238E27FC236}">
                  <a16:creationId xmlns:a16="http://schemas.microsoft.com/office/drawing/2014/main" id="{ED842BC5-6476-461F-92C1-0BBC55269B5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18" name="Freeform 6">
              <a:extLst>
                <a:ext uri="{FF2B5EF4-FFF2-40B4-BE49-F238E27FC236}">
                  <a16:creationId xmlns:a16="http://schemas.microsoft.com/office/drawing/2014/main" id="{3D5047E5-5216-4426-B515-7CA53314816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19" name="Rectangle 7">
              <a:extLst>
                <a:ext uri="{FF2B5EF4-FFF2-40B4-BE49-F238E27FC236}">
                  <a16:creationId xmlns:a16="http://schemas.microsoft.com/office/drawing/2014/main" id="{D0A93C1C-3209-487D-B5A2-563BA5D67CD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1" name="Freeform 8">
              <a:extLst>
                <a:ext uri="{FF2B5EF4-FFF2-40B4-BE49-F238E27FC236}">
                  <a16:creationId xmlns:a16="http://schemas.microsoft.com/office/drawing/2014/main" id="{8C70728D-0A6F-4BF8-A124-23D8A2DF304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2" name="Rectangle 9">
              <a:extLst>
                <a:ext uri="{FF2B5EF4-FFF2-40B4-BE49-F238E27FC236}">
                  <a16:creationId xmlns:a16="http://schemas.microsoft.com/office/drawing/2014/main" id="{B2CEECF2-0C1E-4BBC-BE4A-BC449A26DC2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3" name="Rectangle 10">
              <a:extLst>
                <a:ext uri="{FF2B5EF4-FFF2-40B4-BE49-F238E27FC236}">
                  <a16:creationId xmlns:a16="http://schemas.microsoft.com/office/drawing/2014/main" id="{3B9E0F32-14A5-493D-83F2-F42588B9249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4" name="Freeform 11">
              <a:extLst>
                <a:ext uri="{FF2B5EF4-FFF2-40B4-BE49-F238E27FC236}">
                  <a16:creationId xmlns:a16="http://schemas.microsoft.com/office/drawing/2014/main" id="{692FD902-0E73-43D0-B1B8-FA25CD54FE44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5" name="Freeform 12">
              <a:extLst>
                <a:ext uri="{FF2B5EF4-FFF2-40B4-BE49-F238E27FC236}">
                  <a16:creationId xmlns:a16="http://schemas.microsoft.com/office/drawing/2014/main" id="{BCD3C252-8F19-4706-8A09-E473846334F3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6" name="Freeform 13">
              <a:extLst>
                <a:ext uri="{FF2B5EF4-FFF2-40B4-BE49-F238E27FC236}">
                  <a16:creationId xmlns:a16="http://schemas.microsoft.com/office/drawing/2014/main" id="{32BC4765-ECD3-44BD-AD71-FC51A8134EE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7" name="Freeform 14">
              <a:extLst>
                <a:ext uri="{FF2B5EF4-FFF2-40B4-BE49-F238E27FC236}">
                  <a16:creationId xmlns:a16="http://schemas.microsoft.com/office/drawing/2014/main" id="{E37FCFBA-6C21-49F1-BD1E-969002567CA9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329D6D4-38CD-4379-9FC6-B6687A49C859}"/>
              </a:ext>
            </a:extLst>
          </p:cNvPr>
          <p:cNvGrpSpPr>
            <a:grpSpLocks noChangeAspect="1"/>
          </p:cNvGrpSpPr>
          <p:nvPr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AE6ED15D-2C57-4909-970A-202D915A4F3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2" name="Freeform 6">
              <a:extLst>
                <a:ext uri="{FF2B5EF4-FFF2-40B4-BE49-F238E27FC236}">
                  <a16:creationId xmlns:a16="http://schemas.microsoft.com/office/drawing/2014/main" id="{5BD4E32B-226F-46EB-B601-3856A02B70FB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3" name="Rectangle 7">
              <a:extLst>
                <a:ext uri="{FF2B5EF4-FFF2-40B4-BE49-F238E27FC236}">
                  <a16:creationId xmlns:a16="http://schemas.microsoft.com/office/drawing/2014/main" id="{0F1AAD0C-B296-45B7-9E5A-20BD2877012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4" name="Freeform 8">
              <a:extLst>
                <a:ext uri="{FF2B5EF4-FFF2-40B4-BE49-F238E27FC236}">
                  <a16:creationId xmlns:a16="http://schemas.microsoft.com/office/drawing/2014/main" id="{FD121C73-5C5C-4360-8EB5-E75E90671D9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5" name="Rectangle 9">
              <a:extLst>
                <a:ext uri="{FF2B5EF4-FFF2-40B4-BE49-F238E27FC236}">
                  <a16:creationId xmlns:a16="http://schemas.microsoft.com/office/drawing/2014/main" id="{7820EBA0-29B2-457F-8C42-C6999B8C215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6" name="Rectangle 10">
              <a:extLst>
                <a:ext uri="{FF2B5EF4-FFF2-40B4-BE49-F238E27FC236}">
                  <a16:creationId xmlns:a16="http://schemas.microsoft.com/office/drawing/2014/main" id="{6AA7EA11-CDBF-464E-9243-90C6230956F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7" name="Freeform 11">
              <a:extLst>
                <a:ext uri="{FF2B5EF4-FFF2-40B4-BE49-F238E27FC236}">
                  <a16:creationId xmlns:a16="http://schemas.microsoft.com/office/drawing/2014/main" id="{B624E1B1-6657-49A0-B80A-E1FD4DF1BAC9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8" name="Freeform 12">
              <a:extLst>
                <a:ext uri="{FF2B5EF4-FFF2-40B4-BE49-F238E27FC236}">
                  <a16:creationId xmlns:a16="http://schemas.microsoft.com/office/drawing/2014/main" id="{E86B2E42-0E10-4A70-B9EF-DB7E343E48ED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9" name="Freeform 13">
              <a:extLst>
                <a:ext uri="{FF2B5EF4-FFF2-40B4-BE49-F238E27FC236}">
                  <a16:creationId xmlns:a16="http://schemas.microsoft.com/office/drawing/2014/main" id="{280D859B-0685-4D23-B179-9E42323AB7D0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0" name="Freeform 14">
              <a:extLst>
                <a:ext uri="{FF2B5EF4-FFF2-40B4-BE49-F238E27FC236}">
                  <a16:creationId xmlns:a16="http://schemas.microsoft.com/office/drawing/2014/main" id="{B7BF240D-03CC-44FA-B191-E59014FCD7D1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1A2DCA97-92B7-4E52-BE6A-904A9D22F29A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39" name="Oval 5">
              <a:extLst>
                <a:ext uri="{FF2B5EF4-FFF2-40B4-BE49-F238E27FC236}">
                  <a16:creationId xmlns:a16="http://schemas.microsoft.com/office/drawing/2014/main" id="{02A83B32-097D-4E01-B3A8-77C48385959D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0" name="Freeform 6">
              <a:extLst>
                <a:ext uri="{FF2B5EF4-FFF2-40B4-BE49-F238E27FC236}">
                  <a16:creationId xmlns:a16="http://schemas.microsoft.com/office/drawing/2014/main" id="{30E27498-E91D-41E0-A196-9E2FB8692F41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1" name="Rectangle 7">
              <a:extLst>
                <a:ext uri="{FF2B5EF4-FFF2-40B4-BE49-F238E27FC236}">
                  <a16:creationId xmlns:a16="http://schemas.microsoft.com/office/drawing/2014/main" id="{524DBE99-D543-47AC-A2B6-25395BDB7D69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2" name="Freeform 8">
              <a:extLst>
                <a:ext uri="{FF2B5EF4-FFF2-40B4-BE49-F238E27FC236}">
                  <a16:creationId xmlns:a16="http://schemas.microsoft.com/office/drawing/2014/main" id="{209C606A-12E7-40E3-A6B8-DEE79173C9BA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3" name="Rectangle 9">
              <a:extLst>
                <a:ext uri="{FF2B5EF4-FFF2-40B4-BE49-F238E27FC236}">
                  <a16:creationId xmlns:a16="http://schemas.microsoft.com/office/drawing/2014/main" id="{73ED221B-16E3-4EBE-8EBC-9F66E803CB33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4" name="Rectangle 10">
              <a:extLst>
                <a:ext uri="{FF2B5EF4-FFF2-40B4-BE49-F238E27FC236}">
                  <a16:creationId xmlns:a16="http://schemas.microsoft.com/office/drawing/2014/main" id="{0D697A95-88D2-47F0-B4DF-915E2EDEDB55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5" name="Freeform 11">
              <a:extLst>
                <a:ext uri="{FF2B5EF4-FFF2-40B4-BE49-F238E27FC236}">
                  <a16:creationId xmlns:a16="http://schemas.microsoft.com/office/drawing/2014/main" id="{960B0F46-3D82-4FFC-B9BB-9D5BF8DA27BA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6" name="Freeform 12">
              <a:extLst>
                <a:ext uri="{FF2B5EF4-FFF2-40B4-BE49-F238E27FC236}">
                  <a16:creationId xmlns:a16="http://schemas.microsoft.com/office/drawing/2014/main" id="{DBC1DB9C-3617-4E82-B521-DF02390A435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7" name="Freeform 13">
              <a:extLst>
                <a:ext uri="{FF2B5EF4-FFF2-40B4-BE49-F238E27FC236}">
                  <a16:creationId xmlns:a16="http://schemas.microsoft.com/office/drawing/2014/main" id="{265776A6-2E98-464E-8730-90C3148BA8A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8" name="Freeform 14">
              <a:extLst>
                <a:ext uri="{FF2B5EF4-FFF2-40B4-BE49-F238E27FC236}">
                  <a16:creationId xmlns:a16="http://schemas.microsoft.com/office/drawing/2014/main" id="{44252080-8419-4833-996E-5F1D7B09FF4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96368970"/>
      </p:ext>
    </p:extLst>
  </p:cSld>
  <p:clrMapOvr>
    <a:masterClrMapping/>
  </p:clrMapOvr>
  <p:hf hd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9"/>
          <p:cNvSpPr>
            <a:spLocks noGrp="1"/>
          </p:cNvSpPr>
          <p:nvPr>
            <p:ph type="pic" sz="quarter" idx="15"/>
          </p:nvPr>
        </p:nvSpPr>
        <p:spPr>
          <a:xfrm>
            <a:off x="5450351" y="1665288"/>
            <a:ext cx="6240000" cy="4716463"/>
          </a:xfrm>
        </p:spPr>
        <p:txBody>
          <a:bodyPr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quarter" idx="10"/>
          </p:nvPr>
        </p:nvSpPr>
        <p:spPr>
          <a:xfrm>
            <a:off x="501651" y="1665289"/>
            <a:ext cx="4456429" cy="47164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>
                <a:latin typeface="+mn-lt"/>
              </a:defRPr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>
                <a:latin typeface="+mn-lt"/>
              </a:defRPr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>
                <a:latin typeface="+mn-lt"/>
              </a:defRPr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>
                <a:latin typeface="+mn-lt"/>
              </a:defRPr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>
                <a:latin typeface="+mn-lt"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5632EF4-0628-41B2-82A6-C4B3B13042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248421277"/>
      </p:ext>
    </p:extLst>
  </p:cSld>
  <p:clrMapOvr>
    <a:masterClrMapping/>
  </p:clrMapOvr>
  <p:hf hd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s of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ontent Placeholder 3"/>
          <p:cNvSpPr>
            <a:spLocks noGrp="1"/>
          </p:cNvSpPr>
          <p:nvPr>
            <p:ph sz="quarter" idx="10"/>
          </p:nvPr>
        </p:nvSpPr>
        <p:spPr>
          <a:xfrm>
            <a:off x="501651" y="1665289"/>
            <a:ext cx="5305579" cy="4716461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5" name="Content Placeholder 3"/>
          <p:cNvSpPr>
            <a:spLocks noGrp="1"/>
          </p:cNvSpPr>
          <p:nvPr>
            <p:ph sz="quarter" idx="20"/>
          </p:nvPr>
        </p:nvSpPr>
        <p:spPr>
          <a:xfrm>
            <a:off x="6381539" y="1665289"/>
            <a:ext cx="5322781" cy="4716461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8A9CD2DA-AA83-4DCB-8501-DE5878CC0B8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FCB6144-2726-4520-8393-B7B337E0F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83162984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ntent Placeholder 3"/>
          <p:cNvSpPr>
            <a:spLocks noGrp="1"/>
          </p:cNvSpPr>
          <p:nvPr>
            <p:ph sz="quarter" idx="10"/>
          </p:nvPr>
        </p:nvSpPr>
        <p:spPr>
          <a:xfrm>
            <a:off x="501652" y="1665289"/>
            <a:ext cx="5355165" cy="4455725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Chart Placeholder 2"/>
          <p:cNvSpPr>
            <a:spLocks noGrp="1"/>
          </p:cNvSpPr>
          <p:nvPr>
            <p:ph type="chart" sz="quarter" idx="21"/>
          </p:nvPr>
        </p:nvSpPr>
        <p:spPr>
          <a:xfrm>
            <a:off x="6341223" y="2125013"/>
            <a:ext cx="5349128" cy="3996000"/>
          </a:xfrm>
        </p:spPr>
        <p:txBody>
          <a:bodyPr>
            <a:noAutofit/>
          </a:bodyPr>
          <a:lstStyle/>
          <a:p>
            <a:r>
              <a:rPr lang="en-US" noProof="0"/>
              <a:t>Click icon to add chart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22"/>
          </p:nvPr>
        </p:nvSpPr>
        <p:spPr>
          <a:xfrm>
            <a:off x="6341223" y="1665288"/>
            <a:ext cx="5349128" cy="420687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5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501650" y="6121014"/>
            <a:ext cx="11188700" cy="260737"/>
          </a:xfrm>
        </p:spPr>
        <p:txBody>
          <a:bodyPr>
            <a:noAutofit/>
          </a:bodyPr>
          <a:lstStyle>
            <a:lvl1pPr>
              <a:spcAft>
                <a:spcPts val="0"/>
              </a:spcAft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E911C489-B226-49BC-B069-119CF8BC96E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F47218A4-44FE-4E96-A903-7AD44AF4E8D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1699473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hart Placeholder 2"/>
          <p:cNvSpPr>
            <a:spLocks noGrp="1"/>
          </p:cNvSpPr>
          <p:nvPr>
            <p:ph type="chart" sz="quarter" idx="21"/>
          </p:nvPr>
        </p:nvSpPr>
        <p:spPr>
          <a:xfrm>
            <a:off x="6341221" y="2125013"/>
            <a:ext cx="5349129" cy="3996000"/>
          </a:xfrm>
        </p:spPr>
        <p:txBody>
          <a:bodyPr>
            <a:noAutofit/>
          </a:bodyPr>
          <a:lstStyle/>
          <a:p>
            <a:r>
              <a:rPr lang="en-US"/>
              <a:t>Click icon to add chart</a:t>
            </a:r>
            <a:endParaRPr lang="en-GB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22"/>
          </p:nvPr>
        </p:nvSpPr>
        <p:spPr>
          <a:xfrm>
            <a:off x="6341222" y="1665288"/>
            <a:ext cx="5349129" cy="420687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5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501649" y="6121014"/>
            <a:ext cx="11165419" cy="260737"/>
          </a:xfrm>
        </p:spPr>
        <p:txBody>
          <a:bodyPr>
            <a:noAutofit/>
          </a:bodyPr>
          <a:lstStyle>
            <a:lvl1pPr>
              <a:spcAft>
                <a:spcPts val="0"/>
              </a:spcAft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Chart Placeholder 2"/>
          <p:cNvSpPr>
            <a:spLocks noGrp="1"/>
          </p:cNvSpPr>
          <p:nvPr>
            <p:ph type="chart" sz="quarter" idx="24"/>
          </p:nvPr>
        </p:nvSpPr>
        <p:spPr>
          <a:xfrm>
            <a:off x="501650" y="2125013"/>
            <a:ext cx="5349240" cy="3996000"/>
          </a:xfrm>
        </p:spPr>
        <p:txBody>
          <a:bodyPr>
            <a:noAutofit/>
          </a:bodyPr>
          <a:lstStyle/>
          <a:p>
            <a:r>
              <a:rPr lang="en-US"/>
              <a:t>Click icon to add chart</a:t>
            </a:r>
            <a:endParaRPr lang="en-GB"/>
          </a:p>
        </p:txBody>
      </p:sp>
      <p:sp>
        <p:nvSpPr>
          <p:cNvPr id="12" name="Text Placeholder 5"/>
          <p:cNvSpPr>
            <a:spLocks noGrp="1"/>
          </p:cNvSpPr>
          <p:nvPr>
            <p:ph type="body" sz="quarter" idx="25"/>
          </p:nvPr>
        </p:nvSpPr>
        <p:spPr>
          <a:xfrm>
            <a:off x="501649" y="1665288"/>
            <a:ext cx="5349240" cy="420687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5D528E1B-5BDF-48B1-B9CD-A31A9963129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4" name="Title Placeholder 1">
            <a:extLst>
              <a:ext uri="{FF2B5EF4-FFF2-40B4-BE49-F238E27FC236}">
                <a16:creationId xmlns:a16="http://schemas.microsoft.com/office/drawing/2014/main" id="{56A696DA-71F5-44D5-B231-17F470D2F6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38930237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 column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3"/>
          <p:cNvSpPr>
            <a:spLocks noGrp="1"/>
          </p:cNvSpPr>
          <p:nvPr>
            <p:ph sz="quarter" idx="10"/>
          </p:nvPr>
        </p:nvSpPr>
        <p:spPr>
          <a:xfrm>
            <a:off x="501650" y="1665289"/>
            <a:ext cx="4431857" cy="47164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6"/>
          </p:nvPr>
        </p:nvSpPr>
        <p:spPr>
          <a:xfrm>
            <a:off x="5450349" y="1665289"/>
            <a:ext cx="6240000" cy="47164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5DCFBECF-F261-4066-B77C-A1FCF54AA07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1" name="Title Placeholder 1">
            <a:extLst>
              <a:ext uri="{FF2B5EF4-FFF2-40B4-BE49-F238E27FC236}">
                <a16:creationId xmlns:a16="http://schemas.microsoft.com/office/drawing/2014/main" id="{6E9BEEDA-6F6F-4BD9-B1D8-9731D1B037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58525220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 content with quot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3"/>
          <p:cNvSpPr>
            <a:spLocks noGrp="1"/>
          </p:cNvSpPr>
          <p:nvPr>
            <p:ph sz="quarter" idx="10"/>
          </p:nvPr>
        </p:nvSpPr>
        <p:spPr>
          <a:xfrm>
            <a:off x="7577882" y="1658680"/>
            <a:ext cx="4112468" cy="4723072"/>
          </a:xfrm>
          <a:prstGeom prst="rect">
            <a:avLst/>
          </a:prstGeom>
        </p:spPr>
        <p:txBody>
          <a:bodyPr>
            <a:noAutofit/>
          </a:bodyPr>
          <a:lstStyle>
            <a:lvl1pPr>
              <a:tabLst>
                <a:tab pos="5029200" algn="r"/>
              </a:tabLst>
              <a:defRPr sz="2100">
                <a:solidFill>
                  <a:schemeClr val="accent3"/>
                </a:solidFill>
              </a:defRPr>
            </a:lvl1pPr>
            <a:lvl2pPr>
              <a:tabLst>
                <a:tab pos="5029200" algn="r"/>
              </a:tabLst>
              <a:defRPr/>
            </a:lvl2pPr>
            <a:lvl3pPr>
              <a:tabLst>
                <a:tab pos="5029200" algn="r"/>
              </a:tabLst>
              <a:defRPr/>
            </a:lvl3pPr>
            <a:lvl4pPr>
              <a:tabLst>
                <a:tab pos="5029200" algn="r"/>
              </a:tabLst>
              <a:defRPr/>
            </a:lvl4pPr>
            <a:lvl5pPr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6"/>
          </p:nvPr>
        </p:nvSpPr>
        <p:spPr>
          <a:xfrm>
            <a:off x="501651" y="1665288"/>
            <a:ext cx="6506348" cy="471646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68009483-F3D1-4AD9-8031-CEB4620DB87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1" name="Title Placeholder 1">
            <a:extLst>
              <a:ext uri="{FF2B5EF4-FFF2-40B4-BE49-F238E27FC236}">
                <a16:creationId xmlns:a16="http://schemas.microsoft.com/office/drawing/2014/main" id="{51FE75E2-F986-4CD3-8A43-338DEE272C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0505096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3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hart Placeholder 3"/>
          <p:cNvSpPr>
            <a:spLocks noGrp="1"/>
          </p:cNvSpPr>
          <p:nvPr>
            <p:ph type="chart" sz="quarter" idx="15"/>
          </p:nvPr>
        </p:nvSpPr>
        <p:spPr>
          <a:xfrm>
            <a:off x="504000" y="2051999"/>
            <a:ext cx="3549549" cy="4069014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 noProof="0"/>
              <a:t>Click icon to add chart</a:t>
            </a:r>
          </a:p>
        </p:txBody>
      </p:sp>
      <p:sp>
        <p:nvSpPr>
          <p:cNvPr id="18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501650" y="1659145"/>
            <a:ext cx="3549549" cy="392112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7" name="Chart Placeholder 3"/>
          <p:cNvSpPr>
            <a:spLocks noGrp="1"/>
          </p:cNvSpPr>
          <p:nvPr>
            <p:ph type="chart" sz="quarter" idx="19"/>
          </p:nvPr>
        </p:nvSpPr>
        <p:spPr>
          <a:xfrm>
            <a:off x="4322401" y="2051999"/>
            <a:ext cx="3549549" cy="4069014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 noProof="0"/>
              <a:t>Click icon to add chart</a:t>
            </a:r>
          </a:p>
        </p:txBody>
      </p:sp>
      <p:sp>
        <p:nvSpPr>
          <p:cNvPr id="8" name="Text Placeholder 8"/>
          <p:cNvSpPr>
            <a:spLocks noGrp="1"/>
          </p:cNvSpPr>
          <p:nvPr>
            <p:ph type="body" sz="quarter" idx="20"/>
          </p:nvPr>
        </p:nvSpPr>
        <p:spPr>
          <a:xfrm>
            <a:off x="4321226" y="1659145"/>
            <a:ext cx="3549549" cy="392112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9" name="Chart Placeholder 3"/>
          <p:cNvSpPr>
            <a:spLocks noGrp="1"/>
          </p:cNvSpPr>
          <p:nvPr>
            <p:ph type="chart" sz="quarter" idx="21"/>
          </p:nvPr>
        </p:nvSpPr>
        <p:spPr>
          <a:xfrm>
            <a:off x="8140801" y="2051999"/>
            <a:ext cx="3549549" cy="4069014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 noProof="0"/>
              <a:t>Click icon to add chart</a:t>
            </a:r>
          </a:p>
        </p:txBody>
      </p:sp>
      <p:sp>
        <p:nvSpPr>
          <p:cNvPr id="10" name="Text Placeholder 8"/>
          <p:cNvSpPr>
            <a:spLocks noGrp="1"/>
          </p:cNvSpPr>
          <p:nvPr>
            <p:ph type="body" sz="quarter" idx="22"/>
          </p:nvPr>
        </p:nvSpPr>
        <p:spPr>
          <a:xfrm>
            <a:off x="8140801" y="1659145"/>
            <a:ext cx="3549549" cy="398256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2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501649" y="6121014"/>
            <a:ext cx="11165419" cy="260737"/>
          </a:xfrm>
        </p:spPr>
        <p:txBody>
          <a:bodyPr>
            <a:noAutofit/>
          </a:bodyPr>
          <a:lstStyle>
            <a:lvl1pPr>
              <a:spcAft>
                <a:spcPts val="0"/>
              </a:spcAft>
              <a:defRPr sz="900"/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F3BAE7D4-2DCE-493F-8804-6735FFDC6D7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3" name="Title Placeholder 1">
            <a:extLst>
              <a:ext uri="{FF2B5EF4-FFF2-40B4-BE49-F238E27FC236}">
                <a16:creationId xmlns:a16="http://schemas.microsoft.com/office/drawing/2014/main" id="{0AA8666D-884E-4CE4-A16C-E06A6E0BAE3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91291086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am profi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6"/>
          <p:cNvSpPr>
            <a:spLocks noGrp="1"/>
          </p:cNvSpPr>
          <p:nvPr>
            <p:ph type="pic" sz="quarter" idx="13"/>
          </p:nvPr>
        </p:nvSpPr>
        <p:spPr>
          <a:xfrm>
            <a:off x="501649" y="1674086"/>
            <a:ext cx="2712000" cy="1260000"/>
          </a:xfrm>
        </p:spPr>
        <p:txBody>
          <a:bodyPr lIns="0" tIns="0" rIns="0" bIns="0"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5" name="Picture Placeholder 6"/>
          <p:cNvSpPr>
            <a:spLocks noGrp="1"/>
          </p:cNvSpPr>
          <p:nvPr>
            <p:ph type="pic" sz="quarter" idx="14"/>
          </p:nvPr>
        </p:nvSpPr>
        <p:spPr>
          <a:xfrm>
            <a:off x="3327216" y="1674086"/>
            <a:ext cx="2712000" cy="1260000"/>
          </a:xfrm>
        </p:spPr>
        <p:txBody>
          <a:bodyPr lIns="0" tIns="0" rIns="0" bIns="0"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6" name="Picture Placeholder 6"/>
          <p:cNvSpPr>
            <a:spLocks noGrp="1"/>
          </p:cNvSpPr>
          <p:nvPr>
            <p:ph type="pic" sz="quarter" idx="15"/>
          </p:nvPr>
        </p:nvSpPr>
        <p:spPr>
          <a:xfrm>
            <a:off x="6152783" y="1674086"/>
            <a:ext cx="2712000" cy="1260000"/>
          </a:xfrm>
        </p:spPr>
        <p:txBody>
          <a:bodyPr lIns="0" tIns="0" rIns="0" bIns="0"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7" name="Picture Placeholder 6"/>
          <p:cNvSpPr>
            <a:spLocks noGrp="1"/>
          </p:cNvSpPr>
          <p:nvPr>
            <p:ph type="pic" sz="quarter" idx="16"/>
          </p:nvPr>
        </p:nvSpPr>
        <p:spPr>
          <a:xfrm>
            <a:off x="8978351" y="1674086"/>
            <a:ext cx="2712000" cy="1260000"/>
          </a:xfrm>
        </p:spPr>
        <p:txBody>
          <a:bodyPr lIns="0" tIns="0" rIns="0" bIns="0"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7"/>
          </p:nvPr>
        </p:nvSpPr>
        <p:spPr>
          <a:xfrm>
            <a:off x="501650" y="3124200"/>
            <a:ext cx="2720468" cy="3257548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0"/>
              </a:spcAft>
              <a:defRPr/>
            </a:lvl7pPr>
            <a:lvl8pPr marL="356400" indent="-176400">
              <a:spcAft>
                <a:spcPts val="0"/>
              </a:spcAft>
              <a:defRPr/>
            </a:lvl8pPr>
            <a:lvl9pPr marL="356400" indent="-176400">
              <a:spcAft>
                <a:spcPts val="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0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6149963" y="3120551"/>
            <a:ext cx="2712000" cy="3261199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0"/>
              </a:spcAft>
              <a:defRPr/>
            </a:lvl7pPr>
            <a:lvl8pPr marL="356400" indent="-176400">
              <a:spcAft>
                <a:spcPts val="0"/>
              </a:spcAft>
              <a:defRPr/>
            </a:lvl8pPr>
            <a:lvl9pPr marL="356400" indent="-176400">
              <a:spcAft>
                <a:spcPts val="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Text Placeholder 8"/>
          <p:cNvSpPr>
            <a:spLocks noGrp="1"/>
          </p:cNvSpPr>
          <p:nvPr>
            <p:ph type="body" sz="quarter" idx="19"/>
          </p:nvPr>
        </p:nvSpPr>
        <p:spPr>
          <a:xfrm>
            <a:off x="3330040" y="3124200"/>
            <a:ext cx="2712000" cy="3257549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0"/>
              </a:spcAft>
              <a:defRPr/>
            </a:lvl7pPr>
            <a:lvl8pPr marL="356400" indent="-176400">
              <a:spcAft>
                <a:spcPts val="0"/>
              </a:spcAft>
              <a:defRPr/>
            </a:lvl8pPr>
            <a:lvl9pPr marL="356400" indent="-176400">
              <a:spcAft>
                <a:spcPts val="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2" name="Text Placeholder 8"/>
          <p:cNvSpPr>
            <a:spLocks noGrp="1"/>
          </p:cNvSpPr>
          <p:nvPr>
            <p:ph type="body" sz="quarter" idx="20"/>
          </p:nvPr>
        </p:nvSpPr>
        <p:spPr>
          <a:xfrm>
            <a:off x="8993169" y="3108508"/>
            <a:ext cx="2697183" cy="327324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0"/>
              </a:spcAft>
              <a:defRPr/>
            </a:lvl7pPr>
            <a:lvl8pPr marL="356400" indent="-176400">
              <a:spcAft>
                <a:spcPts val="0"/>
              </a:spcAft>
              <a:defRPr/>
            </a:lvl8pPr>
            <a:lvl9pPr marL="356400" indent="-176400">
              <a:spcAft>
                <a:spcPts val="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CB36819A-C0CE-4CC8-96BE-D57C8135F44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Title Placeholder 1">
            <a:extLst>
              <a:ext uri="{FF2B5EF4-FFF2-40B4-BE49-F238E27FC236}">
                <a16:creationId xmlns:a16="http://schemas.microsoft.com/office/drawing/2014/main" id="{A14F8B0D-4D62-4988-B307-1BB6BBEEC11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62885243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7"/>
          <p:cNvSpPr>
            <a:spLocks noGrp="1"/>
          </p:cNvSpPr>
          <p:nvPr>
            <p:ph type="pic" sz="quarter" idx="13"/>
          </p:nvPr>
        </p:nvSpPr>
        <p:spPr>
          <a:xfrm>
            <a:off x="501651" y="1674087"/>
            <a:ext cx="3695700" cy="1971675"/>
          </a:xfrm>
        </p:spPr>
        <p:txBody>
          <a:bodyPr/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5" name="Picture Placeholder 7"/>
          <p:cNvSpPr>
            <a:spLocks noGrp="1"/>
          </p:cNvSpPr>
          <p:nvPr>
            <p:ph type="pic" sz="quarter" idx="14"/>
          </p:nvPr>
        </p:nvSpPr>
        <p:spPr>
          <a:xfrm>
            <a:off x="8006398" y="1674087"/>
            <a:ext cx="3683953" cy="1971675"/>
          </a:xfrm>
        </p:spPr>
        <p:txBody>
          <a:bodyPr/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6" name="Picture Placeholder 7"/>
          <p:cNvSpPr>
            <a:spLocks noGrp="1"/>
          </p:cNvSpPr>
          <p:nvPr>
            <p:ph type="pic" sz="quarter" idx="15"/>
          </p:nvPr>
        </p:nvSpPr>
        <p:spPr>
          <a:xfrm>
            <a:off x="4273075" y="1674087"/>
            <a:ext cx="3657600" cy="1971675"/>
          </a:xfrm>
        </p:spPr>
        <p:txBody>
          <a:bodyPr/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9" name="Text Placeholder 18"/>
          <p:cNvSpPr>
            <a:spLocks noGrp="1"/>
          </p:cNvSpPr>
          <p:nvPr>
            <p:ph idx="1"/>
          </p:nvPr>
        </p:nvSpPr>
        <p:spPr>
          <a:xfrm>
            <a:off x="501651" y="3832225"/>
            <a:ext cx="3683949" cy="2095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buFontTx/>
              <a:buNone/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3" name="Text Placeholder 18"/>
          <p:cNvSpPr>
            <a:spLocks noGrp="1"/>
          </p:cNvSpPr>
          <p:nvPr>
            <p:ph idx="16"/>
          </p:nvPr>
        </p:nvSpPr>
        <p:spPr>
          <a:xfrm>
            <a:off x="4267200" y="3832225"/>
            <a:ext cx="3657600" cy="2095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buFontTx/>
              <a:buNone/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4" name="Text Placeholder 18"/>
          <p:cNvSpPr>
            <a:spLocks noGrp="1"/>
          </p:cNvSpPr>
          <p:nvPr>
            <p:ph idx="17"/>
          </p:nvPr>
        </p:nvSpPr>
        <p:spPr>
          <a:xfrm>
            <a:off x="8006398" y="3832225"/>
            <a:ext cx="3683953" cy="2095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buFontTx/>
              <a:buNone/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9F15AF63-D425-4D3F-B484-4B7A0F329F9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2" name="Title Placeholder 1">
            <a:extLst>
              <a:ext uri="{FF2B5EF4-FFF2-40B4-BE49-F238E27FC236}">
                <a16:creationId xmlns:a16="http://schemas.microsoft.com/office/drawing/2014/main" id="{F7002A92-1CF7-42F5-B761-7DB3C2CF11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49815385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 column ic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8"/>
          <p:cNvSpPr>
            <a:spLocks noGrp="1"/>
          </p:cNvSpPr>
          <p:nvPr>
            <p:ph type="body" sz="quarter" idx="17"/>
          </p:nvPr>
        </p:nvSpPr>
        <p:spPr>
          <a:xfrm>
            <a:off x="504000" y="2556000"/>
            <a:ext cx="2592000" cy="339480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100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1000"/>
              </a:spcAft>
              <a:defRPr/>
            </a:lvl7pPr>
            <a:lvl8pPr marL="356400" indent="-176400">
              <a:spcAft>
                <a:spcPts val="1000"/>
              </a:spcAft>
              <a:defRPr/>
            </a:lvl8pPr>
            <a:lvl9pPr marL="356400" indent="-176400">
              <a:spcAft>
                <a:spcPts val="100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9096836" y="2556000"/>
            <a:ext cx="2592000" cy="339480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100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1000"/>
              </a:spcAft>
              <a:defRPr/>
            </a:lvl7pPr>
            <a:lvl8pPr marL="356400" indent="-176400">
              <a:spcAft>
                <a:spcPts val="1000"/>
              </a:spcAft>
              <a:defRPr/>
            </a:lvl8pPr>
            <a:lvl9pPr marL="356400" indent="-176400">
              <a:spcAft>
                <a:spcPts val="100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ext Placeholder 8"/>
          <p:cNvSpPr>
            <a:spLocks noGrp="1"/>
          </p:cNvSpPr>
          <p:nvPr>
            <p:ph type="body" sz="quarter" idx="19"/>
          </p:nvPr>
        </p:nvSpPr>
        <p:spPr>
          <a:xfrm>
            <a:off x="3368279" y="2556000"/>
            <a:ext cx="2592000" cy="339480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100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1000"/>
              </a:spcAft>
              <a:defRPr/>
            </a:lvl7pPr>
            <a:lvl8pPr marL="356400" indent="-176400">
              <a:spcAft>
                <a:spcPts val="1000"/>
              </a:spcAft>
              <a:defRPr/>
            </a:lvl8pPr>
            <a:lvl9pPr marL="356400" indent="-176400">
              <a:spcAft>
                <a:spcPts val="100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7" name="Text Placeholder 8"/>
          <p:cNvSpPr>
            <a:spLocks noGrp="1"/>
          </p:cNvSpPr>
          <p:nvPr>
            <p:ph type="body" sz="quarter" idx="20"/>
          </p:nvPr>
        </p:nvSpPr>
        <p:spPr>
          <a:xfrm>
            <a:off x="6232557" y="2556000"/>
            <a:ext cx="2592000" cy="339480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100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1000"/>
              </a:spcAft>
              <a:defRPr/>
            </a:lvl7pPr>
            <a:lvl8pPr marL="356400" indent="-176400">
              <a:spcAft>
                <a:spcPts val="1000"/>
              </a:spcAft>
              <a:defRPr/>
            </a:lvl8pPr>
            <a:lvl9pPr marL="356400" indent="-176400">
              <a:spcAft>
                <a:spcPts val="100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3B6715C-C932-49B3-880D-8C5710C8F99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6EA7B5E5-1F8D-43CD-9AD2-8B87181DC53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539344255"/>
      </p:ext>
    </p:extLst>
  </p:cSld>
  <p:clrMapOvr>
    <a:masterClrMapping/>
  </p:clrMapOvr>
  <p:hf hdr="0" dt="0"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, 1 column text with 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18"/>
          <p:cNvSpPr>
            <a:spLocks noGrp="1"/>
          </p:cNvSpPr>
          <p:nvPr>
            <p:ph idx="1"/>
          </p:nvPr>
        </p:nvSpPr>
        <p:spPr>
          <a:xfrm>
            <a:off x="501650" y="1665289"/>
            <a:ext cx="5594351" cy="471646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9939BF43-6ABE-4327-81AC-7892A047732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E4133C46-CE37-4404-B4D0-9DFA124106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68270795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F79D3799-9A6C-45EE-B3ED-0F77AAB658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23003722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-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F79D3799-9A6C-45EE-B3ED-0F77AAB658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85751904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&amp;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D1AFA9E9-5EB8-42BF-B15A-3D95DDA547A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4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C3F5B0ED-A4CB-4D19-B6B8-CA9E1139E7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435609521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75219749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End slide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3"/>
          </p:nvPr>
        </p:nvSpPr>
        <p:spPr>
          <a:xfrm>
            <a:off x="501652" y="4211955"/>
            <a:ext cx="8528936" cy="2169796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spcAft>
                <a:spcPts val="600"/>
              </a:spcAft>
              <a:defRPr sz="9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4" hasCustomPrompt="1"/>
          </p:nvPr>
        </p:nvSpPr>
        <p:spPr>
          <a:xfrm>
            <a:off x="9370847" y="4211955"/>
            <a:ext cx="2319503" cy="1725448"/>
          </a:xfrm>
        </p:spPr>
        <p:txBody>
          <a:bodyPr anchor="ctr" anchorCtr="0"/>
          <a:lstStyle>
            <a:lvl1pPr algn="ctr">
              <a:defRPr sz="900">
                <a:solidFill>
                  <a:schemeClr val="bg1"/>
                </a:solidFill>
              </a:defRPr>
            </a:lvl1pPr>
          </a:lstStyle>
          <a:p>
            <a:r>
              <a:rPr lang="en-GB" sz="900"/>
              <a:t>Insert sponsorship mark here</a:t>
            </a:r>
            <a:endParaRPr lang="en-GB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5"/>
          </p:nvPr>
        </p:nvSpPr>
        <p:spPr>
          <a:xfrm>
            <a:off x="9370850" y="6018028"/>
            <a:ext cx="2319501" cy="363722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defRPr sz="95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DBE0613-D0C6-405A-ACD6-58EF0477427B}"/>
              </a:ext>
            </a:extLst>
          </p:cNvPr>
          <p:cNvGrpSpPr>
            <a:grpSpLocks noChangeAspect="1"/>
          </p:cNvGrpSpPr>
          <p:nvPr/>
        </p:nvGrpSpPr>
        <p:grpSpPr>
          <a:xfrm>
            <a:off x="469900" y="457761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FD362D39-3352-4BA0-AC51-553983A71C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rgbClr val="86BC2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2" name="Freeform 6">
              <a:extLst>
                <a:ext uri="{FF2B5EF4-FFF2-40B4-BE49-F238E27FC236}">
                  <a16:creationId xmlns:a16="http://schemas.microsoft.com/office/drawing/2014/main" id="{1156DAFF-F101-4061-AA75-F8EEDC00FC7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3" name="Rectangle 7">
              <a:extLst>
                <a:ext uri="{FF2B5EF4-FFF2-40B4-BE49-F238E27FC236}">
                  <a16:creationId xmlns:a16="http://schemas.microsoft.com/office/drawing/2014/main" id="{5667AB23-84F3-44E4-B904-5D4D3A9B31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4" name="Freeform 8">
              <a:extLst>
                <a:ext uri="{FF2B5EF4-FFF2-40B4-BE49-F238E27FC236}">
                  <a16:creationId xmlns:a16="http://schemas.microsoft.com/office/drawing/2014/main" id="{12CE4E7F-CB40-4545-80AF-423201F72F2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5" name="Rectangle 9">
              <a:extLst>
                <a:ext uri="{FF2B5EF4-FFF2-40B4-BE49-F238E27FC236}">
                  <a16:creationId xmlns:a16="http://schemas.microsoft.com/office/drawing/2014/main" id="{A7B265B2-4EA1-416A-A272-49E48905C3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6" name="Rectangle 10">
              <a:extLst>
                <a:ext uri="{FF2B5EF4-FFF2-40B4-BE49-F238E27FC236}">
                  <a16:creationId xmlns:a16="http://schemas.microsoft.com/office/drawing/2014/main" id="{3744CD22-C3A3-4D80-AB50-3E6D348330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7" name="Freeform 11">
              <a:extLst>
                <a:ext uri="{FF2B5EF4-FFF2-40B4-BE49-F238E27FC236}">
                  <a16:creationId xmlns:a16="http://schemas.microsoft.com/office/drawing/2014/main" id="{3046CB4E-F174-491D-9CAB-2A9115985705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8" name="Freeform 12">
              <a:extLst>
                <a:ext uri="{FF2B5EF4-FFF2-40B4-BE49-F238E27FC236}">
                  <a16:creationId xmlns:a16="http://schemas.microsoft.com/office/drawing/2014/main" id="{8B2D79F2-05A8-4E1C-A4D8-725E529630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9" name="Freeform 13">
              <a:extLst>
                <a:ext uri="{FF2B5EF4-FFF2-40B4-BE49-F238E27FC236}">
                  <a16:creationId xmlns:a16="http://schemas.microsoft.com/office/drawing/2014/main" id="{9EA13742-485A-4EC3-BF90-9FD12F905B1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30" name="Freeform 14">
              <a:extLst>
                <a:ext uri="{FF2B5EF4-FFF2-40B4-BE49-F238E27FC236}">
                  <a16:creationId xmlns:a16="http://schemas.microsoft.com/office/drawing/2014/main" id="{5D44DAC1-76F0-42F6-93C9-61B9C3054D6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08080371"/>
      </p:ext>
    </p:extLst>
  </p:cSld>
  <p:clrMapOvr>
    <a:masterClrMapping/>
  </p:clrMapOvr>
  <p:hf hdr="0" dt="0"/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End slide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3"/>
          </p:nvPr>
        </p:nvSpPr>
        <p:spPr>
          <a:xfrm>
            <a:off x="501652" y="4211955"/>
            <a:ext cx="8528936" cy="2169796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spcAft>
                <a:spcPts val="600"/>
              </a:spcAft>
              <a:defRPr sz="9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4" hasCustomPrompt="1"/>
          </p:nvPr>
        </p:nvSpPr>
        <p:spPr>
          <a:xfrm>
            <a:off x="9370847" y="4211955"/>
            <a:ext cx="2319503" cy="1725448"/>
          </a:xfrm>
        </p:spPr>
        <p:txBody>
          <a:bodyPr anchor="ctr" anchorCtr="0"/>
          <a:lstStyle>
            <a:lvl1pPr algn="ctr">
              <a:defRPr sz="900">
                <a:solidFill>
                  <a:schemeClr val="bg1"/>
                </a:solidFill>
              </a:defRPr>
            </a:lvl1pPr>
          </a:lstStyle>
          <a:p>
            <a:r>
              <a:rPr lang="en-GB" sz="900"/>
              <a:t>Insert sponsorship mark here</a:t>
            </a:r>
            <a:endParaRPr lang="en-GB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5"/>
          </p:nvPr>
        </p:nvSpPr>
        <p:spPr>
          <a:xfrm>
            <a:off x="9370850" y="6018028"/>
            <a:ext cx="2319501" cy="363722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defRPr sz="95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DBE0613-D0C6-405A-ACD6-58EF0477427B}"/>
              </a:ext>
            </a:extLst>
          </p:cNvPr>
          <p:cNvGrpSpPr>
            <a:grpSpLocks noChangeAspect="1"/>
          </p:cNvGrpSpPr>
          <p:nvPr/>
        </p:nvGrpSpPr>
        <p:grpSpPr>
          <a:xfrm>
            <a:off x="469900" y="457761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FD362D39-3352-4BA0-AC51-553983A71C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rgbClr val="86BC2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2" name="Freeform 6">
              <a:extLst>
                <a:ext uri="{FF2B5EF4-FFF2-40B4-BE49-F238E27FC236}">
                  <a16:creationId xmlns:a16="http://schemas.microsoft.com/office/drawing/2014/main" id="{1156DAFF-F101-4061-AA75-F8EEDC00FC7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3" name="Rectangle 7">
              <a:extLst>
                <a:ext uri="{FF2B5EF4-FFF2-40B4-BE49-F238E27FC236}">
                  <a16:creationId xmlns:a16="http://schemas.microsoft.com/office/drawing/2014/main" id="{5667AB23-84F3-44E4-B904-5D4D3A9B31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4" name="Freeform 8">
              <a:extLst>
                <a:ext uri="{FF2B5EF4-FFF2-40B4-BE49-F238E27FC236}">
                  <a16:creationId xmlns:a16="http://schemas.microsoft.com/office/drawing/2014/main" id="{12CE4E7F-CB40-4545-80AF-423201F72F2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5" name="Rectangle 9">
              <a:extLst>
                <a:ext uri="{FF2B5EF4-FFF2-40B4-BE49-F238E27FC236}">
                  <a16:creationId xmlns:a16="http://schemas.microsoft.com/office/drawing/2014/main" id="{A7B265B2-4EA1-416A-A272-49E48905C3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6" name="Rectangle 10">
              <a:extLst>
                <a:ext uri="{FF2B5EF4-FFF2-40B4-BE49-F238E27FC236}">
                  <a16:creationId xmlns:a16="http://schemas.microsoft.com/office/drawing/2014/main" id="{3744CD22-C3A3-4D80-AB50-3E6D348330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7" name="Freeform 11">
              <a:extLst>
                <a:ext uri="{FF2B5EF4-FFF2-40B4-BE49-F238E27FC236}">
                  <a16:creationId xmlns:a16="http://schemas.microsoft.com/office/drawing/2014/main" id="{3046CB4E-F174-491D-9CAB-2A9115985705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8" name="Freeform 12">
              <a:extLst>
                <a:ext uri="{FF2B5EF4-FFF2-40B4-BE49-F238E27FC236}">
                  <a16:creationId xmlns:a16="http://schemas.microsoft.com/office/drawing/2014/main" id="{8B2D79F2-05A8-4E1C-A4D8-725E529630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9" name="Freeform 13">
              <a:extLst>
                <a:ext uri="{FF2B5EF4-FFF2-40B4-BE49-F238E27FC236}">
                  <a16:creationId xmlns:a16="http://schemas.microsoft.com/office/drawing/2014/main" id="{9EA13742-485A-4EC3-BF90-9FD12F905B1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0" name="Freeform 14">
              <a:extLst>
                <a:ext uri="{FF2B5EF4-FFF2-40B4-BE49-F238E27FC236}">
                  <a16:creationId xmlns:a16="http://schemas.microsoft.com/office/drawing/2014/main" id="{5D44DAC1-76F0-42F6-93C9-61B9C3054D6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00562421"/>
      </p:ext>
    </p:extLst>
  </p:cSld>
  <p:clrMapOvr>
    <a:masterClrMapping/>
  </p:clrMapOvr>
  <p:hf hdr="0" dt="0"/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8CFE9674-04ED-4C53-9426-4EA385799F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889380862"/>
      </p:ext>
    </p:extLst>
  </p:cSld>
  <p:clrMapOvr>
    <a:masterClrMapping/>
  </p:clrMapOvr>
  <p:transition>
    <p:fade/>
  </p:transition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&amp;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469900" y="736688"/>
            <a:ext cx="112522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000" b="0">
                <a:solidFill>
                  <a:srgbClr val="575757"/>
                </a:solidFill>
              </a:defRPr>
            </a:lvl1pPr>
          </a:lstStyle>
          <a:p>
            <a:pPr lvl="0"/>
            <a:r>
              <a:rPr lang="en-US" noProof="0"/>
              <a:t>Click to add subtitle</a:t>
            </a:r>
          </a:p>
        </p:txBody>
      </p:sp>
      <p:sp>
        <p:nvSpPr>
          <p:cNvPr id="5" name="Title Placeholder 1"/>
          <p:cNvSpPr>
            <a:spLocks noGrp="1"/>
          </p:cNvSpPr>
          <p:nvPr>
            <p:ph type="title"/>
          </p:nvPr>
        </p:nvSpPr>
        <p:spPr>
          <a:xfrm>
            <a:off x="469900" y="402587"/>
            <a:ext cx="11252200" cy="334102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2000"/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48A605-A79A-41B7-BDB1-4EDF869EDC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416246" y="6387175"/>
            <a:ext cx="1359509" cy="271229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ts val="1000"/>
              </a:lnSpc>
              <a:defRPr sz="900" b="0" i="0">
                <a:solidFill>
                  <a:schemeClr val="tx1"/>
                </a:solidFill>
                <a:latin typeface="Verdana"/>
                <a:cs typeface="Verdana"/>
              </a:defRPr>
            </a:lvl1pPr>
          </a:lstStyle>
          <a:p>
            <a:fld id="{72E88CFD-7600-DD4A-9690-3544147D6214}" type="slidenum">
              <a:rPr lang="en-US" smtClean="0">
                <a:solidFill>
                  <a:srgbClr val="0367A5"/>
                </a:solidFill>
              </a:rPr>
              <a:pPr/>
              <a:t>‹#›</a:t>
            </a:fld>
            <a:endParaRPr lang="en-US">
              <a:solidFill>
                <a:srgbClr val="0367A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18683749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7550009-237B-B215-8D17-C9311339C6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965" y="244586"/>
            <a:ext cx="5718717" cy="19588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BREADCRUMBS</a:t>
            </a:r>
          </a:p>
        </p:txBody>
      </p:sp>
    </p:spTree>
    <p:extLst>
      <p:ext uri="{BB962C8B-B14F-4D97-AF65-F5344CB8AC3E}">
        <p14:creationId xmlns:p14="http://schemas.microsoft.com/office/powerpoint/2010/main" val="15858573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 Slide"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14716548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384" imgH="384" progId="TCLayout.ActiveDocument.1">
                  <p:embed/>
                </p:oleObj>
              </mc:Choice>
              <mc:Fallback>
                <p:oleObj name="think-cell Slide" r:id="rId5" imgW="384" imgH="384" progId="TCLayout.ActiveDocument.1">
                  <p:embed/>
                  <p:pic>
                    <p:nvPicPr>
                      <p:cNvPr id="4" name="Object 3" hidden="1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tangle 2" hidden="1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rgbClr val="29BA74"/>
          </a:solidFill>
          <a:ln w="9525" cap="rnd" cmpd="sng" algn="ctr">
            <a:solidFill>
              <a:srgbClr val="29BA7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93000"/>
              </a:lnSpc>
              <a:spcBef>
                <a:spcPct val="0"/>
              </a:spcBef>
              <a:spcAft>
                <a:spcPct val="0"/>
              </a:spcAft>
            </a:pPr>
            <a:endParaRPr lang="en-US" sz="5400" b="0" i="0" baseline="0">
              <a:solidFill>
                <a:srgbClr val="FFFFFF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CABB89D-C8D1-4D2D-8525-78E0703361EB}"/>
              </a:ext>
            </a:extLst>
          </p:cNvPr>
          <p:cNvCxnSpPr/>
          <p:nvPr userDrawn="1"/>
        </p:nvCxnSpPr>
        <p:spPr>
          <a:xfrm>
            <a:off x="435864" y="3962400"/>
            <a:ext cx="11320272" cy="0"/>
          </a:xfrm>
          <a:prstGeom prst="line">
            <a:avLst/>
          </a:prstGeom>
          <a:ln w="1905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E1BBF1C1-BBBD-49F8-8B70-BD5FA9AC77C6}"/>
              </a:ext>
            </a:extLst>
          </p:cNvPr>
          <p:cNvSpPr txBox="1"/>
          <p:nvPr userDrawn="1"/>
        </p:nvSpPr>
        <p:spPr>
          <a:xfrm>
            <a:off x="291231" y="6457950"/>
            <a:ext cx="4114800" cy="11430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r>
              <a:rPr lang="en-US" sz="750">
                <a:solidFill>
                  <a:schemeClr val="bg2"/>
                </a:solidFill>
                <a:latin typeface="+mn-lt"/>
                <a:ea typeface="+mn-ea"/>
                <a:cs typeface="+mn-cs"/>
              </a:rPr>
              <a:t>© 2025 Medical Mutual of Ohio</a:t>
            </a:r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B62F1FAD-4BA5-45E5-947C-F544B8D5FE2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95300" y="2926080"/>
            <a:ext cx="11201400" cy="933226"/>
          </a:xfrm>
        </p:spPr>
        <p:txBody>
          <a:bodyPr vert="horz" anchor="b" anchorCtr="0"/>
          <a:lstStyle>
            <a:lvl1pPr algn="l">
              <a:lnSpc>
                <a:spcPts val="3600"/>
              </a:lnSpc>
              <a:defRPr sz="3600" b="1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</a:t>
            </a:r>
            <a:br>
              <a:rPr lang="en-US"/>
            </a:br>
            <a:r>
              <a:rPr lang="en-US"/>
              <a:t>Presentation Title</a:t>
            </a:r>
          </a:p>
        </p:txBody>
      </p:sp>
      <p:sp>
        <p:nvSpPr>
          <p:cNvPr id="23" name="Subtitle 2">
            <a:extLst>
              <a:ext uri="{FF2B5EF4-FFF2-40B4-BE49-F238E27FC236}">
                <a16:creationId xmlns:a16="http://schemas.microsoft.com/office/drawing/2014/main" id="{E78F45C9-2688-45FD-99E3-C8B16B45F93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5300" y="4191000"/>
            <a:ext cx="11201400" cy="273424"/>
          </a:xfrm>
        </p:spPr>
        <p:txBody>
          <a:bodyPr wrap="square" anchor="t" anchorCtr="0"/>
          <a:lstStyle>
            <a:lvl1pPr marL="0" indent="0" algn="l">
              <a:buNone/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&lt;Subtitle&gt; or &lt;Date&gt;</a:t>
            </a:r>
          </a:p>
        </p:txBody>
      </p:sp>
    </p:spTree>
    <p:extLst>
      <p:ext uri="{BB962C8B-B14F-4D97-AF65-F5344CB8AC3E}">
        <p14:creationId xmlns:p14="http://schemas.microsoft.com/office/powerpoint/2010/main" val="17239228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D. Title Only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DD6E5346-2FAE-41B8-872E-F4C0489B672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286" imgH="286" progId="TCLayout.ActiveDocument.1">
                  <p:embed/>
                </p:oleObj>
              </mc:Choice>
              <mc:Fallback>
                <p:oleObj name="think-cell Slide" r:id="rId4" imgW="286" imgH="286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DD6E5346-2FAE-41B8-872E-F4C0489B672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36D88CB5-8A32-4E28-88D8-2EB8AFCF3EE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95300" y="622800"/>
            <a:ext cx="11201400" cy="332399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Click to add title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EE765D5-02D2-4800-869F-1667101F09CF}"/>
              </a:ext>
            </a:extLst>
          </p:cNvPr>
          <p:cNvSpPr txBox="1"/>
          <p:nvPr userDrawn="1"/>
        </p:nvSpPr>
        <p:spPr>
          <a:xfrm>
            <a:off x="495300" y="6400800"/>
            <a:ext cx="2057400" cy="2286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750" kern="1200" smtClean="0">
                <a:solidFill>
                  <a:schemeClr val="bg2">
                    <a:lumMod val="9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50" kern="1200">
              <a:solidFill>
                <a:schemeClr val="bg2">
                  <a:lumMod val="90000"/>
                </a:schemeClr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153327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Title Slide - Black Page Image">
    <p:bg bwMode="gray"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icture Placeholder 8">
            <a:extLst>
              <a:ext uri="{FF2B5EF4-FFF2-40B4-BE49-F238E27FC236}">
                <a16:creationId xmlns:a16="http://schemas.microsoft.com/office/drawing/2014/main" id="{DEF77F0F-DE6A-48C9-92BD-013174DD643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icon to add picture</a:t>
            </a:r>
          </a:p>
        </p:txBody>
      </p:sp>
      <p:sp>
        <p:nvSpPr>
          <p:cNvPr id="41" name="Text Placeholder 4">
            <a:extLst>
              <a:ext uri="{FF2B5EF4-FFF2-40B4-BE49-F238E27FC236}">
                <a16:creationId xmlns:a16="http://schemas.microsoft.com/office/drawing/2014/main" id="{EE5D7BA0-7E63-4F55-8707-FB998AF96C8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1651" y="6234793"/>
            <a:ext cx="4446269" cy="273050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spcAft>
                <a:spcPts val="0"/>
              </a:spcAft>
              <a:defRPr sz="1400" b="1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37C1D43B-9933-4650-9DD5-73494BECAE5A}"/>
              </a:ext>
            </a:extLst>
          </p:cNvPr>
          <p:cNvSpPr>
            <a:spLocks noGrp="1"/>
          </p:cNvSpPr>
          <p:nvPr>
            <p:ph type="ctrTitle"/>
          </p:nvPr>
        </p:nvSpPr>
        <p:spPr bwMode="gray">
          <a:xfrm>
            <a:off x="501651" y="5186207"/>
            <a:ext cx="4446269" cy="895983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200" b="0">
                <a:solidFill>
                  <a:schemeClr val="accent3"/>
                </a:solidFill>
                <a:latin typeface="Calibri Light" panose="020F0302020204030204" pitchFamily="34" charset="0"/>
                <a:ea typeface="Calibri" panose="020F05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55EEA3F2-C909-4275-956A-5518D341D424}"/>
              </a:ext>
            </a:extLst>
          </p:cNvPr>
          <p:cNvGrpSpPr>
            <a:grpSpLocks noChangeAspect="1"/>
          </p:cNvGrpSpPr>
          <p:nvPr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31" name="Oval 5">
              <a:extLst>
                <a:ext uri="{FF2B5EF4-FFF2-40B4-BE49-F238E27FC236}">
                  <a16:creationId xmlns:a16="http://schemas.microsoft.com/office/drawing/2014/main" id="{619F8D2D-E0FF-4267-BB4C-23E0F19AA0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2" name="Freeform 6">
              <a:extLst>
                <a:ext uri="{FF2B5EF4-FFF2-40B4-BE49-F238E27FC236}">
                  <a16:creationId xmlns:a16="http://schemas.microsoft.com/office/drawing/2014/main" id="{40BDA8F6-D1EC-4590-8515-7F2E0D9EE11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3" name="Rectangle 7">
              <a:extLst>
                <a:ext uri="{FF2B5EF4-FFF2-40B4-BE49-F238E27FC236}">
                  <a16:creationId xmlns:a16="http://schemas.microsoft.com/office/drawing/2014/main" id="{8E570DBD-3EC7-4EE8-886A-A6498BEC37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4" name="Freeform 8">
              <a:extLst>
                <a:ext uri="{FF2B5EF4-FFF2-40B4-BE49-F238E27FC236}">
                  <a16:creationId xmlns:a16="http://schemas.microsoft.com/office/drawing/2014/main" id="{B1656288-29CD-4B95-A46B-7B8DA786095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5" name="Rectangle 9">
              <a:extLst>
                <a:ext uri="{FF2B5EF4-FFF2-40B4-BE49-F238E27FC236}">
                  <a16:creationId xmlns:a16="http://schemas.microsoft.com/office/drawing/2014/main" id="{C3894AF9-2B03-4231-9AEA-EC49F5E194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6" name="Rectangle 10">
              <a:extLst>
                <a:ext uri="{FF2B5EF4-FFF2-40B4-BE49-F238E27FC236}">
                  <a16:creationId xmlns:a16="http://schemas.microsoft.com/office/drawing/2014/main" id="{F1C43784-6F73-4D9F-8497-B40FDBB854E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7" name="Freeform 11">
              <a:extLst>
                <a:ext uri="{FF2B5EF4-FFF2-40B4-BE49-F238E27FC236}">
                  <a16:creationId xmlns:a16="http://schemas.microsoft.com/office/drawing/2014/main" id="{E031C0BD-B701-4255-B53D-1A0FB806633C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8" name="Freeform 12">
              <a:extLst>
                <a:ext uri="{FF2B5EF4-FFF2-40B4-BE49-F238E27FC236}">
                  <a16:creationId xmlns:a16="http://schemas.microsoft.com/office/drawing/2014/main" id="{1F07466D-8C2C-4286-9984-9193301353E7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9" name="Freeform 13">
              <a:extLst>
                <a:ext uri="{FF2B5EF4-FFF2-40B4-BE49-F238E27FC236}">
                  <a16:creationId xmlns:a16="http://schemas.microsoft.com/office/drawing/2014/main" id="{F2700776-9B5A-4A2C-BA8E-E8C5B03A090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2" name="Freeform 14">
              <a:extLst>
                <a:ext uri="{FF2B5EF4-FFF2-40B4-BE49-F238E27FC236}">
                  <a16:creationId xmlns:a16="http://schemas.microsoft.com/office/drawing/2014/main" id="{1D768AB6-AEBA-4689-BCE3-70447F634D0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52541757"/>
      </p:ext>
    </p:extLst>
  </p:cSld>
  <p:clrMapOvr>
    <a:masterClrMapping/>
  </p:clrMapOvr>
  <p:hf hdr="0" dt="0"/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525" y="0"/>
            <a:ext cx="12188950" cy="685799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 bwMode="gray">
          <a:xfrm>
            <a:off x="1005839" y="2632799"/>
            <a:ext cx="10036811" cy="1592403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95000"/>
              </a:lnSpc>
              <a:defRPr sz="3600" b="1">
                <a:solidFill>
                  <a:srgbClr val="007680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461823287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525" y="0"/>
            <a:ext cx="12188950" cy="685799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 bwMode="gray">
          <a:xfrm>
            <a:off x="1005839" y="1670834"/>
            <a:ext cx="10036811" cy="1592403"/>
          </a:xfrm>
          <a:prstGeom prst="rect">
            <a:avLst/>
          </a:prstGeom>
        </p:spPr>
        <p:txBody>
          <a:bodyPr anchor="b"/>
          <a:lstStyle>
            <a:lvl1pPr>
              <a:lnSpc>
                <a:spcPct val="95000"/>
              </a:lnSpc>
              <a:defRPr sz="3600" b="1">
                <a:solidFill>
                  <a:srgbClr val="007680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gray">
          <a:xfrm>
            <a:off x="1005839" y="3429000"/>
            <a:ext cx="10036811" cy="1566532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95000"/>
              </a:lnSpc>
              <a:spcAft>
                <a:spcPts val="0"/>
              </a:spcAft>
              <a:buNone/>
              <a:defRPr sz="3600">
                <a:solidFill>
                  <a:srgbClr val="007680"/>
                </a:solidFill>
                <a:latin typeface="+mn-lt"/>
                <a:cs typeface="Calibri" panose="020F050202020403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67873670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" y="0"/>
            <a:ext cx="12188950" cy="685799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 bwMode="gray">
          <a:xfrm>
            <a:off x="1005839" y="3285941"/>
            <a:ext cx="10036811" cy="1592403"/>
          </a:xfrm>
          <a:prstGeom prst="rect">
            <a:avLst/>
          </a:prstGeom>
        </p:spPr>
        <p:txBody>
          <a:bodyPr anchor="t"/>
          <a:lstStyle>
            <a:lvl1pPr>
              <a:lnSpc>
                <a:spcPct val="95000"/>
              </a:lnSpc>
              <a:defRPr sz="3600" b="1">
                <a:solidFill>
                  <a:srgbClr val="007680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</a:t>
            </a:r>
            <a:br>
              <a:rPr lang="en-US" noProof="0"/>
            </a:br>
            <a:r>
              <a:rPr lang="en-US" noProof="0"/>
              <a:t>title style</a:t>
            </a:r>
          </a:p>
        </p:txBody>
      </p:sp>
      <p:sp>
        <p:nvSpPr>
          <p:cNvPr id="8" name="Espace réservé du texte 7">
            <a:extLst>
              <a:ext uri="{FF2B5EF4-FFF2-40B4-BE49-F238E27FC236}">
                <a16:creationId xmlns:a16="http://schemas.microsoft.com/office/drawing/2014/main" id="{BAC1F984-0896-08AD-D32A-C5F31039A68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05839" y="2405525"/>
            <a:ext cx="3228975" cy="966787"/>
          </a:xfrm>
        </p:spPr>
        <p:txBody>
          <a:bodyPr>
            <a:noAutofit/>
          </a:bodyPr>
          <a:lstStyle>
            <a:lvl1pPr>
              <a:defRPr sz="5400">
                <a:solidFill>
                  <a:schemeClr val="accent1"/>
                </a:solidFill>
              </a:defRPr>
            </a:lvl1pPr>
            <a:lvl2pPr>
              <a:defRPr sz="5400">
                <a:solidFill>
                  <a:schemeClr val="accent1"/>
                </a:solidFill>
              </a:defRPr>
            </a:lvl2pPr>
            <a:lvl3pPr>
              <a:defRPr sz="5400">
                <a:solidFill>
                  <a:schemeClr val="accent1"/>
                </a:solidFill>
              </a:defRPr>
            </a:lvl3pPr>
            <a:lvl4pPr>
              <a:defRPr sz="5400">
                <a:solidFill>
                  <a:schemeClr val="accent1"/>
                </a:solidFill>
              </a:defRPr>
            </a:lvl4pPr>
            <a:lvl5pPr>
              <a:defRPr sz="5400">
                <a:solidFill>
                  <a:schemeClr val="accent1"/>
                </a:solidFill>
              </a:defRPr>
            </a:lvl5pPr>
          </a:lstStyle>
          <a:p>
            <a:pPr lvl="0"/>
            <a:r>
              <a:rPr lang="fr-FR" err="1"/>
              <a:t>Number</a:t>
            </a:r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47028518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 descr="Une image contenant doigt, ongle, personne, main  Description générée automatiquement">
            <a:extLst>
              <a:ext uri="{FF2B5EF4-FFF2-40B4-BE49-F238E27FC236}">
                <a16:creationId xmlns:a16="http://schemas.microsoft.com/office/drawing/2014/main" id="{3E62A6BF-F7FA-FC83-4BEA-3AEAFC30C4B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24" y="0"/>
            <a:ext cx="1218895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15AAA3FE-D07E-E033-2D8B-CFBA960FB7B5}"/>
              </a:ext>
            </a:extLst>
          </p:cNvPr>
          <p:cNvSpPr/>
          <p:nvPr userDrawn="1"/>
        </p:nvSpPr>
        <p:spPr bwMode="gray">
          <a:xfrm>
            <a:off x="0" y="0"/>
            <a:ext cx="9149443" cy="6858000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1"/>
            <a:tileRect/>
          </a:gradFill>
          <a:ln w="19050" algn="ctr">
            <a:noFill/>
            <a:miter lim="800000"/>
            <a:headEnd/>
            <a:tailEnd/>
          </a:ln>
        </p:spPr>
        <p:txBody>
          <a:bodyPr wrap="square" lIns="88900" tIns="88900" rIns="88900" bIns="88900" rtlCol="0" anchor="ctr"/>
          <a:lstStyle/>
          <a:p>
            <a:pPr algn="ctr">
              <a:lnSpc>
                <a:spcPct val="106000"/>
              </a:lnSpc>
              <a:buFont typeface="Wingdings 2" pitchFamily="18" charset="2"/>
              <a:buNone/>
            </a:pPr>
            <a:endParaRPr lang="en-CA" sz="1600" b="1">
              <a:solidFill>
                <a:schemeClr val="bg1"/>
              </a:solidFill>
            </a:endParaRPr>
          </a:p>
        </p:txBody>
      </p:sp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F79D3799-9A6C-45EE-B3ED-0F77AAB658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6" name="Copyright">
            <a:extLst>
              <a:ext uri="{FF2B5EF4-FFF2-40B4-BE49-F238E27FC236}">
                <a16:creationId xmlns:a16="http://schemas.microsoft.com/office/drawing/2014/main" id="{A33EB3C6-CB3C-0EEA-A868-3EFD06E90ED5}"/>
              </a:ext>
            </a:extLst>
          </p:cNvPr>
          <p:cNvSpPr txBox="1"/>
          <p:nvPr userDrawn="1"/>
        </p:nvSpPr>
        <p:spPr>
          <a:xfrm>
            <a:off x="469900" y="6477000"/>
            <a:ext cx="5355167" cy="100027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0" indent="0" algn="l" defTabSz="914400" rtl="0" eaLnBrk="1" latinLnBrk="0" hangingPunct="1">
              <a:spcBef>
                <a:spcPts val="600"/>
              </a:spcBef>
              <a:buSzPct val="100000"/>
              <a:buFont typeface="Arial"/>
              <a:buNone/>
            </a:pPr>
            <a:r>
              <a:rPr lang="en-US" sz="800" b="0" noProof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t>Copyright © 2025 Deloitte Development LLC. All rights reserved.</a:t>
            </a:r>
          </a:p>
        </p:txBody>
      </p:sp>
      <p:sp>
        <p:nvSpPr>
          <p:cNvPr id="7" name="TextBox 2">
            <a:extLst>
              <a:ext uri="{FF2B5EF4-FFF2-40B4-BE49-F238E27FC236}">
                <a16:creationId xmlns:a16="http://schemas.microsoft.com/office/drawing/2014/main" id="{2B27ED69-0320-C221-6122-02DEFC7FD5AC}"/>
              </a:ext>
            </a:extLst>
          </p:cNvPr>
          <p:cNvSpPr txBox="1"/>
          <p:nvPr userDrawn="1"/>
        </p:nvSpPr>
        <p:spPr>
          <a:xfrm>
            <a:off x="11382377" y="6477001"/>
            <a:ext cx="3079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 algn="r">
              <a:spcBef>
                <a:spcPts val="600"/>
              </a:spcBef>
              <a:buSzPct val="100000"/>
              <a:buFont typeface="Arial"/>
              <a:buNone/>
            </a:pPr>
            <a:fld id="{C58DF478-B544-4ED8-9ED4-6A2648E2D233}" type="slidenum">
              <a:rPr lang="en-US" sz="800" noProof="0" smtClean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pPr marL="0" indent="0" algn="r">
                <a:spcBef>
                  <a:spcPts val="600"/>
                </a:spcBef>
                <a:buSzPct val="100000"/>
                <a:buFont typeface="Arial"/>
                <a:buNone/>
              </a:pPr>
              <a:t>‹#›</a:t>
            </a:fld>
            <a:endParaRPr lang="en-US" sz="800" noProof="0">
              <a:solidFill>
                <a:schemeClr val="tx1"/>
              </a:solidFill>
              <a:latin typeface="+mn-lt"/>
              <a:cs typeface="Calibri" panose="020F0502020204030204" pitchFamily="34" charset="0"/>
            </a:endParaRPr>
          </a:p>
        </p:txBody>
      </p:sp>
      <p:sp>
        <p:nvSpPr>
          <p:cNvPr id="8" name="Copyright">
            <a:extLst>
              <a:ext uri="{FF2B5EF4-FFF2-40B4-BE49-F238E27FC236}">
                <a16:creationId xmlns:a16="http://schemas.microsoft.com/office/drawing/2014/main" id="{4A7243CC-CCA8-1D96-AF79-B9FC0D7E1FFE}"/>
              </a:ext>
            </a:extLst>
          </p:cNvPr>
          <p:cNvSpPr txBox="1"/>
          <p:nvPr userDrawn="1"/>
        </p:nvSpPr>
        <p:spPr>
          <a:xfrm>
            <a:off x="6836833" y="6477000"/>
            <a:ext cx="4428067" cy="1385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0" indent="0" algn="r" defTabSz="914400" rtl="0" eaLnBrk="1" latinLnBrk="0" hangingPunct="1">
              <a:spcBef>
                <a:spcPts val="600"/>
              </a:spcBef>
              <a:buSzPct val="100000"/>
              <a:buFont typeface="Arial"/>
              <a:buNone/>
            </a:pPr>
            <a:r>
              <a:rPr lang="en-US" sz="800" b="0" noProof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t>Medical Mutual</a:t>
            </a:r>
          </a:p>
        </p:txBody>
      </p:sp>
    </p:spTree>
    <p:extLst>
      <p:ext uri="{BB962C8B-B14F-4D97-AF65-F5344CB8AC3E}">
        <p14:creationId xmlns:p14="http://schemas.microsoft.com/office/powerpoint/2010/main" val="1112504842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 descr="Une image contenant texte, capture d’écran, diagramme, Police  Description générée automatiquement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24" y="0"/>
            <a:ext cx="12188952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 bwMode="gray">
          <a:xfrm>
            <a:off x="1005839" y="2632799"/>
            <a:ext cx="10036811" cy="1592403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95000"/>
              </a:lnSpc>
              <a:defRPr sz="3600" b="1">
                <a:solidFill>
                  <a:schemeClr val="bg1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030038898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F79D3799-9A6C-45EE-B3ED-0F77AAB658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36735588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Key statement whi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501651" y="1665288"/>
            <a:ext cx="9277349" cy="471646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3600"/>
              </a:spcBef>
              <a:buFontTx/>
              <a:buNone/>
              <a:defRPr sz="3600">
                <a:solidFill>
                  <a:schemeClr val="tx1"/>
                </a:solidFill>
              </a:defRPr>
            </a:lvl1pPr>
            <a:lvl2pPr marL="457200" indent="-457200">
              <a:defRPr sz="3000">
                <a:solidFill>
                  <a:schemeClr val="bg2"/>
                </a:solidFill>
              </a:defRPr>
            </a:lvl2pPr>
            <a:lvl3pPr>
              <a:defRPr sz="3000">
                <a:solidFill>
                  <a:schemeClr val="bg2"/>
                </a:solidFill>
              </a:defRPr>
            </a:lvl3pPr>
            <a:lvl4pPr>
              <a:defRPr sz="3000">
                <a:solidFill>
                  <a:schemeClr val="bg2"/>
                </a:solidFill>
              </a:defRPr>
            </a:lvl4pPr>
            <a:lvl5pPr>
              <a:defRPr sz="3000">
                <a:solidFill>
                  <a:schemeClr val="bg2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31126989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, subtitle &amp;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Chart Placeholder 3"/>
          <p:cNvSpPr>
            <a:spLocks noGrp="1"/>
          </p:cNvSpPr>
          <p:nvPr>
            <p:ph type="chart" sz="quarter" idx="15"/>
          </p:nvPr>
        </p:nvSpPr>
        <p:spPr>
          <a:xfrm>
            <a:off x="501652" y="2052000"/>
            <a:ext cx="11188699" cy="4069013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/>
              <a:t>Click icon to add chart</a:t>
            </a:r>
            <a:endParaRPr lang="en-GB"/>
          </a:p>
        </p:txBody>
      </p:sp>
      <p:sp>
        <p:nvSpPr>
          <p:cNvPr id="18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501652" y="1674087"/>
            <a:ext cx="11188699" cy="357187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9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501651" y="6121014"/>
            <a:ext cx="11188700" cy="260737"/>
          </a:xfrm>
        </p:spPr>
        <p:txBody>
          <a:bodyPr>
            <a:noAutofit/>
          </a:bodyPr>
          <a:lstStyle>
            <a:lvl1pPr>
              <a:spcAft>
                <a:spcPts val="0"/>
              </a:spcAft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8CFE9674-04ED-4C53-9426-4EA385799F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421575486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&amp; 1 column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8"/>
          <p:cNvSpPr>
            <a:spLocks noGrp="1"/>
          </p:cNvSpPr>
          <p:nvPr>
            <p:ph idx="1"/>
          </p:nvPr>
        </p:nvSpPr>
        <p:spPr>
          <a:xfrm>
            <a:off x="501651" y="1665289"/>
            <a:ext cx="11165416" cy="471646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buFontTx/>
              <a:buNone/>
              <a:defRPr>
                <a:latin typeface="+mn-lt"/>
              </a:defRPr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>
                <a:latin typeface="+mn-lt"/>
              </a:defRPr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>
                <a:latin typeface="+mn-lt"/>
              </a:defRPr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>
                <a:latin typeface="+mn-lt"/>
              </a:defRPr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91AA219-3285-40E3-9146-7A9E17B0F4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785749708"/>
      </p:ext>
    </p:extLst>
  </p:cSld>
  <p:clrMapOvr>
    <a:masterClrMapping/>
  </p:clrMapOvr>
  <p:hf hdr="0" dt="0"/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/>
          <p:cNvSpPr>
            <a:spLocks noGrp="1"/>
          </p:cNvSpPr>
          <p:nvPr>
            <p:ph sz="quarter" idx="10"/>
          </p:nvPr>
        </p:nvSpPr>
        <p:spPr>
          <a:xfrm>
            <a:off x="501651" y="1665289"/>
            <a:ext cx="9277349" cy="47164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6729413" algn="r"/>
              </a:tabLst>
              <a:defRPr>
                <a:latin typeface="+mn-lt"/>
              </a:defRPr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6729413" algn="r"/>
              </a:tabLst>
              <a:defRPr>
                <a:latin typeface="+mn-lt"/>
              </a:defRPr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6729413" algn="r"/>
              </a:tabLst>
              <a:defRPr>
                <a:latin typeface="+mn-lt"/>
              </a:defRPr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6729413" algn="r"/>
              </a:tabLst>
              <a:defRPr>
                <a:latin typeface="+mn-lt"/>
              </a:defRPr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>
                <a:latin typeface="+mn-lt"/>
              </a:defRPr>
            </a:lvl5pPr>
            <a:lvl6pPr>
              <a:tabLst>
                <a:tab pos="6729413" algn="r"/>
              </a:tabLst>
              <a:defRPr/>
            </a:lvl6pPr>
            <a:lvl7pPr>
              <a:tabLst>
                <a:tab pos="6729413" algn="r"/>
              </a:tabLst>
              <a:defRPr/>
            </a:lvl7pPr>
            <a:lvl8pPr>
              <a:tabLst>
                <a:tab pos="6729413" algn="r"/>
              </a:tabLst>
              <a:defRPr/>
            </a:lvl8pPr>
            <a:lvl9pPr>
              <a:tabLst>
                <a:tab pos="6729413" algn="r"/>
              </a:tabLst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E56660C-D97A-4199-9DB7-D8D50E3721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848942251"/>
      </p:ext>
    </p:extLst>
  </p:cSld>
  <p:clrMapOvr>
    <a:masterClrMapping/>
  </p:clrMapOvr>
  <p:hf hdr="0" dt="0"/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Letter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8862256" y="405929"/>
            <a:ext cx="2804160" cy="1027760"/>
          </a:xfrm>
        </p:spPr>
        <p:txBody>
          <a:bodyPr>
            <a:noAutofit/>
          </a:bodyPr>
          <a:lstStyle>
            <a:lvl1pPr>
              <a:spcBef>
                <a:spcPts val="185"/>
              </a:spcBef>
              <a:defRPr sz="923">
                <a:solidFill>
                  <a:schemeClr val="tx1"/>
                </a:solidFill>
              </a:defRPr>
            </a:lvl1pPr>
            <a:lvl2pPr>
              <a:defRPr sz="969">
                <a:solidFill>
                  <a:schemeClr val="tx2"/>
                </a:solidFill>
              </a:defRPr>
            </a:lvl2pPr>
            <a:lvl3pPr>
              <a:defRPr sz="969">
                <a:solidFill>
                  <a:schemeClr val="tx2"/>
                </a:solidFill>
              </a:defRPr>
            </a:lvl3pPr>
            <a:lvl4pPr>
              <a:defRPr sz="923">
                <a:solidFill>
                  <a:schemeClr val="tx2"/>
                </a:solidFill>
              </a:defRPr>
            </a:lvl4pPr>
            <a:lvl5pPr>
              <a:defRPr sz="923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1"/>
          </p:nvPr>
        </p:nvSpPr>
        <p:spPr>
          <a:xfrm>
            <a:off x="495300" y="1665288"/>
            <a:ext cx="2796541" cy="4716462"/>
          </a:xfrm>
        </p:spPr>
        <p:txBody>
          <a:bodyPr>
            <a:noAutofit/>
          </a:bodyPr>
          <a:lstStyle>
            <a:lvl1pPr>
              <a:spcBef>
                <a:spcPts val="0"/>
              </a:spcBef>
              <a:spcAft>
                <a:spcPts val="554"/>
              </a:spcAft>
              <a:defRPr sz="1000"/>
            </a:lvl1pPr>
            <a:lvl2pPr>
              <a:spcBef>
                <a:spcPts val="277"/>
              </a:spcBef>
              <a:defRPr/>
            </a:lvl2pPr>
            <a:lvl3pPr>
              <a:spcBef>
                <a:spcPts val="277"/>
              </a:spcBef>
              <a:defRPr/>
            </a:lvl3pPr>
            <a:lvl4pPr>
              <a:spcBef>
                <a:spcPts val="277"/>
              </a:spcBef>
              <a:defRPr/>
            </a:lvl4pPr>
            <a:lvl5pPr>
              <a:spcBef>
                <a:spcPts val="277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2"/>
          </p:nvPr>
        </p:nvSpPr>
        <p:spPr>
          <a:xfrm>
            <a:off x="3780369" y="1665287"/>
            <a:ext cx="7916331" cy="4716461"/>
          </a:xfrm>
        </p:spPr>
        <p:txBody>
          <a:bodyPr>
            <a:noAutofit/>
          </a:bodyPr>
          <a:lstStyle>
            <a:lvl1pPr marL="0" indent="0" algn="l">
              <a:spcBef>
                <a:spcPts val="1662"/>
              </a:spcBef>
              <a:buFontTx/>
              <a:buNone/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noProof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7C54E12-F787-4B6D-B957-5BFB290BB220}"/>
              </a:ext>
            </a:extLst>
          </p:cNvPr>
          <p:cNvGrpSpPr>
            <a:grpSpLocks noChangeAspect="1"/>
          </p:cNvGrpSpPr>
          <p:nvPr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17" name="Oval 5">
              <a:extLst>
                <a:ext uri="{FF2B5EF4-FFF2-40B4-BE49-F238E27FC236}">
                  <a16:creationId xmlns:a16="http://schemas.microsoft.com/office/drawing/2014/main" id="{ED842BC5-6476-461F-92C1-0BBC55269B5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18" name="Freeform 6">
              <a:extLst>
                <a:ext uri="{FF2B5EF4-FFF2-40B4-BE49-F238E27FC236}">
                  <a16:creationId xmlns:a16="http://schemas.microsoft.com/office/drawing/2014/main" id="{3D5047E5-5216-4426-B515-7CA53314816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19" name="Rectangle 7">
              <a:extLst>
                <a:ext uri="{FF2B5EF4-FFF2-40B4-BE49-F238E27FC236}">
                  <a16:creationId xmlns:a16="http://schemas.microsoft.com/office/drawing/2014/main" id="{D0A93C1C-3209-487D-B5A2-563BA5D67CD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1" name="Freeform 8">
              <a:extLst>
                <a:ext uri="{FF2B5EF4-FFF2-40B4-BE49-F238E27FC236}">
                  <a16:creationId xmlns:a16="http://schemas.microsoft.com/office/drawing/2014/main" id="{8C70728D-0A6F-4BF8-A124-23D8A2DF304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2" name="Rectangle 9">
              <a:extLst>
                <a:ext uri="{FF2B5EF4-FFF2-40B4-BE49-F238E27FC236}">
                  <a16:creationId xmlns:a16="http://schemas.microsoft.com/office/drawing/2014/main" id="{B2CEECF2-0C1E-4BBC-BE4A-BC449A26DC2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3" name="Rectangle 10">
              <a:extLst>
                <a:ext uri="{FF2B5EF4-FFF2-40B4-BE49-F238E27FC236}">
                  <a16:creationId xmlns:a16="http://schemas.microsoft.com/office/drawing/2014/main" id="{3B9E0F32-14A5-493D-83F2-F42588B9249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4" name="Freeform 11">
              <a:extLst>
                <a:ext uri="{FF2B5EF4-FFF2-40B4-BE49-F238E27FC236}">
                  <a16:creationId xmlns:a16="http://schemas.microsoft.com/office/drawing/2014/main" id="{692FD902-0E73-43D0-B1B8-FA25CD54FE44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5" name="Freeform 12">
              <a:extLst>
                <a:ext uri="{FF2B5EF4-FFF2-40B4-BE49-F238E27FC236}">
                  <a16:creationId xmlns:a16="http://schemas.microsoft.com/office/drawing/2014/main" id="{BCD3C252-8F19-4706-8A09-E473846334F3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6" name="Freeform 13">
              <a:extLst>
                <a:ext uri="{FF2B5EF4-FFF2-40B4-BE49-F238E27FC236}">
                  <a16:creationId xmlns:a16="http://schemas.microsoft.com/office/drawing/2014/main" id="{32BC4765-ECD3-44BD-AD71-FC51A8134EE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7" name="Freeform 14">
              <a:extLst>
                <a:ext uri="{FF2B5EF4-FFF2-40B4-BE49-F238E27FC236}">
                  <a16:creationId xmlns:a16="http://schemas.microsoft.com/office/drawing/2014/main" id="{E37FCFBA-6C21-49F1-BD1E-969002567CA9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329D6D4-38CD-4379-9FC6-B6687A49C859}"/>
              </a:ext>
            </a:extLst>
          </p:cNvPr>
          <p:cNvGrpSpPr>
            <a:grpSpLocks noChangeAspect="1"/>
          </p:cNvGrpSpPr>
          <p:nvPr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AE6ED15D-2C57-4909-970A-202D915A4F3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2" name="Freeform 6">
              <a:extLst>
                <a:ext uri="{FF2B5EF4-FFF2-40B4-BE49-F238E27FC236}">
                  <a16:creationId xmlns:a16="http://schemas.microsoft.com/office/drawing/2014/main" id="{5BD4E32B-226F-46EB-B601-3856A02B70FB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3" name="Rectangle 7">
              <a:extLst>
                <a:ext uri="{FF2B5EF4-FFF2-40B4-BE49-F238E27FC236}">
                  <a16:creationId xmlns:a16="http://schemas.microsoft.com/office/drawing/2014/main" id="{0F1AAD0C-B296-45B7-9E5A-20BD2877012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4" name="Freeform 8">
              <a:extLst>
                <a:ext uri="{FF2B5EF4-FFF2-40B4-BE49-F238E27FC236}">
                  <a16:creationId xmlns:a16="http://schemas.microsoft.com/office/drawing/2014/main" id="{FD121C73-5C5C-4360-8EB5-E75E90671D9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5" name="Rectangle 9">
              <a:extLst>
                <a:ext uri="{FF2B5EF4-FFF2-40B4-BE49-F238E27FC236}">
                  <a16:creationId xmlns:a16="http://schemas.microsoft.com/office/drawing/2014/main" id="{7820EBA0-29B2-457F-8C42-C6999B8C215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6" name="Rectangle 10">
              <a:extLst>
                <a:ext uri="{FF2B5EF4-FFF2-40B4-BE49-F238E27FC236}">
                  <a16:creationId xmlns:a16="http://schemas.microsoft.com/office/drawing/2014/main" id="{6AA7EA11-CDBF-464E-9243-90C6230956F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7" name="Freeform 11">
              <a:extLst>
                <a:ext uri="{FF2B5EF4-FFF2-40B4-BE49-F238E27FC236}">
                  <a16:creationId xmlns:a16="http://schemas.microsoft.com/office/drawing/2014/main" id="{B624E1B1-6657-49A0-B80A-E1FD4DF1BAC9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8" name="Freeform 12">
              <a:extLst>
                <a:ext uri="{FF2B5EF4-FFF2-40B4-BE49-F238E27FC236}">
                  <a16:creationId xmlns:a16="http://schemas.microsoft.com/office/drawing/2014/main" id="{E86B2E42-0E10-4A70-B9EF-DB7E343E48ED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9" name="Freeform 13">
              <a:extLst>
                <a:ext uri="{FF2B5EF4-FFF2-40B4-BE49-F238E27FC236}">
                  <a16:creationId xmlns:a16="http://schemas.microsoft.com/office/drawing/2014/main" id="{280D859B-0685-4D23-B179-9E42323AB7D0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0" name="Freeform 14">
              <a:extLst>
                <a:ext uri="{FF2B5EF4-FFF2-40B4-BE49-F238E27FC236}">
                  <a16:creationId xmlns:a16="http://schemas.microsoft.com/office/drawing/2014/main" id="{B7BF240D-03CC-44FA-B191-E59014FCD7D1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1A2DCA97-92B7-4E52-BE6A-904A9D22F29A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39" name="Oval 5">
              <a:extLst>
                <a:ext uri="{FF2B5EF4-FFF2-40B4-BE49-F238E27FC236}">
                  <a16:creationId xmlns:a16="http://schemas.microsoft.com/office/drawing/2014/main" id="{02A83B32-097D-4E01-B3A8-77C48385959D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0" name="Freeform 6">
              <a:extLst>
                <a:ext uri="{FF2B5EF4-FFF2-40B4-BE49-F238E27FC236}">
                  <a16:creationId xmlns:a16="http://schemas.microsoft.com/office/drawing/2014/main" id="{30E27498-E91D-41E0-A196-9E2FB8692F41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1" name="Rectangle 7">
              <a:extLst>
                <a:ext uri="{FF2B5EF4-FFF2-40B4-BE49-F238E27FC236}">
                  <a16:creationId xmlns:a16="http://schemas.microsoft.com/office/drawing/2014/main" id="{524DBE99-D543-47AC-A2B6-25395BDB7D69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2" name="Freeform 8">
              <a:extLst>
                <a:ext uri="{FF2B5EF4-FFF2-40B4-BE49-F238E27FC236}">
                  <a16:creationId xmlns:a16="http://schemas.microsoft.com/office/drawing/2014/main" id="{209C606A-12E7-40E3-A6B8-DEE79173C9BA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3" name="Rectangle 9">
              <a:extLst>
                <a:ext uri="{FF2B5EF4-FFF2-40B4-BE49-F238E27FC236}">
                  <a16:creationId xmlns:a16="http://schemas.microsoft.com/office/drawing/2014/main" id="{73ED221B-16E3-4EBE-8EBC-9F66E803CB33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4" name="Rectangle 10">
              <a:extLst>
                <a:ext uri="{FF2B5EF4-FFF2-40B4-BE49-F238E27FC236}">
                  <a16:creationId xmlns:a16="http://schemas.microsoft.com/office/drawing/2014/main" id="{0D697A95-88D2-47F0-B4DF-915E2EDEDB55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5" name="Freeform 11">
              <a:extLst>
                <a:ext uri="{FF2B5EF4-FFF2-40B4-BE49-F238E27FC236}">
                  <a16:creationId xmlns:a16="http://schemas.microsoft.com/office/drawing/2014/main" id="{960B0F46-3D82-4FFC-B9BB-9D5BF8DA27BA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6" name="Freeform 12">
              <a:extLst>
                <a:ext uri="{FF2B5EF4-FFF2-40B4-BE49-F238E27FC236}">
                  <a16:creationId xmlns:a16="http://schemas.microsoft.com/office/drawing/2014/main" id="{DBC1DB9C-3617-4E82-B521-DF02390A435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7" name="Freeform 13">
              <a:extLst>
                <a:ext uri="{FF2B5EF4-FFF2-40B4-BE49-F238E27FC236}">
                  <a16:creationId xmlns:a16="http://schemas.microsoft.com/office/drawing/2014/main" id="{265776A6-2E98-464E-8730-90C3148BA8A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8" name="Freeform 14">
              <a:extLst>
                <a:ext uri="{FF2B5EF4-FFF2-40B4-BE49-F238E27FC236}">
                  <a16:creationId xmlns:a16="http://schemas.microsoft.com/office/drawing/2014/main" id="{44252080-8419-4833-996E-5F1D7B09FF4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96368970"/>
      </p:ext>
    </p:extLst>
  </p:cSld>
  <p:clrMapOvr>
    <a:masterClrMapping/>
  </p:clrMapOvr>
  <p:hf hdr="0" dt="0"/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s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9"/>
          <p:cNvSpPr>
            <a:spLocks noGrp="1"/>
          </p:cNvSpPr>
          <p:nvPr>
            <p:ph type="pic" sz="quarter" idx="15"/>
          </p:nvPr>
        </p:nvSpPr>
        <p:spPr>
          <a:xfrm>
            <a:off x="5450351" y="1665288"/>
            <a:ext cx="6240000" cy="4716463"/>
          </a:xfrm>
        </p:spPr>
        <p:txBody>
          <a:bodyPr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quarter" idx="10"/>
          </p:nvPr>
        </p:nvSpPr>
        <p:spPr>
          <a:xfrm>
            <a:off x="501651" y="1665289"/>
            <a:ext cx="4456429" cy="47164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>
                <a:latin typeface="+mn-lt"/>
              </a:defRPr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>
                <a:latin typeface="+mn-lt"/>
              </a:defRPr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>
                <a:latin typeface="+mn-lt"/>
              </a:defRPr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>
                <a:latin typeface="+mn-lt"/>
              </a:defRPr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>
                <a:latin typeface="+mn-lt"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5632EF4-0628-41B2-82A6-C4B3B13042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248421277"/>
      </p:ext>
    </p:extLst>
  </p:cSld>
  <p:clrMapOvr>
    <a:masterClrMapping/>
  </p:clrMapOvr>
  <p:hf hdr="0" dt="0"/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 columns of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ontent Placeholder 3"/>
          <p:cNvSpPr>
            <a:spLocks noGrp="1"/>
          </p:cNvSpPr>
          <p:nvPr>
            <p:ph sz="quarter" idx="10"/>
          </p:nvPr>
        </p:nvSpPr>
        <p:spPr>
          <a:xfrm>
            <a:off x="501651" y="1665289"/>
            <a:ext cx="5305579" cy="4716461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5" name="Content Placeholder 3"/>
          <p:cNvSpPr>
            <a:spLocks noGrp="1"/>
          </p:cNvSpPr>
          <p:nvPr>
            <p:ph sz="quarter" idx="20"/>
          </p:nvPr>
        </p:nvSpPr>
        <p:spPr>
          <a:xfrm>
            <a:off x="6381539" y="1665289"/>
            <a:ext cx="5322781" cy="4716461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8A9CD2DA-AA83-4DCB-8501-DE5878CC0B8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FCB6144-2726-4520-8393-B7B337E0F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831629843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ext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ntent Placeholder 3"/>
          <p:cNvSpPr>
            <a:spLocks noGrp="1"/>
          </p:cNvSpPr>
          <p:nvPr>
            <p:ph sz="quarter" idx="10"/>
          </p:nvPr>
        </p:nvSpPr>
        <p:spPr>
          <a:xfrm>
            <a:off x="501652" y="1665289"/>
            <a:ext cx="5355165" cy="4455725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Chart Placeholder 2"/>
          <p:cNvSpPr>
            <a:spLocks noGrp="1"/>
          </p:cNvSpPr>
          <p:nvPr>
            <p:ph type="chart" sz="quarter" idx="21"/>
          </p:nvPr>
        </p:nvSpPr>
        <p:spPr>
          <a:xfrm>
            <a:off x="6341223" y="2125013"/>
            <a:ext cx="5349128" cy="3996000"/>
          </a:xfrm>
        </p:spPr>
        <p:txBody>
          <a:bodyPr>
            <a:noAutofit/>
          </a:bodyPr>
          <a:lstStyle/>
          <a:p>
            <a:r>
              <a:rPr lang="en-US" noProof="0"/>
              <a:t>Click icon to add chart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22"/>
          </p:nvPr>
        </p:nvSpPr>
        <p:spPr>
          <a:xfrm>
            <a:off x="6341223" y="1665288"/>
            <a:ext cx="5349128" cy="420687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5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501650" y="6121014"/>
            <a:ext cx="11188700" cy="260737"/>
          </a:xfrm>
        </p:spPr>
        <p:txBody>
          <a:bodyPr>
            <a:noAutofit/>
          </a:bodyPr>
          <a:lstStyle>
            <a:lvl1pPr>
              <a:spcAft>
                <a:spcPts val="0"/>
              </a:spcAft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E911C489-B226-49BC-B069-119CF8BC96E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F47218A4-44FE-4E96-A903-7AD44AF4E8D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16994737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hart Placeholder 2"/>
          <p:cNvSpPr>
            <a:spLocks noGrp="1"/>
          </p:cNvSpPr>
          <p:nvPr>
            <p:ph type="chart" sz="quarter" idx="21"/>
          </p:nvPr>
        </p:nvSpPr>
        <p:spPr>
          <a:xfrm>
            <a:off x="6341221" y="2125013"/>
            <a:ext cx="5349129" cy="3996000"/>
          </a:xfrm>
        </p:spPr>
        <p:txBody>
          <a:bodyPr>
            <a:noAutofit/>
          </a:bodyPr>
          <a:lstStyle/>
          <a:p>
            <a:r>
              <a:rPr lang="en-US"/>
              <a:t>Click icon to add chart</a:t>
            </a:r>
            <a:endParaRPr lang="en-GB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22"/>
          </p:nvPr>
        </p:nvSpPr>
        <p:spPr>
          <a:xfrm>
            <a:off x="6341222" y="1665288"/>
            <a:ext cx="5349129" cy="420687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5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501649" y="6121014"/>
            <a:ext cx="11165419" cy="260737"/>
          </a:xfrm>
        </p:spPr>
        <p:txBody>
          <a:bodyPr>
            <a:noAutofit/>
          </a:bodyPr>
          <a:lstStyle>
            <a:lvl1pPr>
              <a:spcAft>
                <a:spcPts val="0"/>
              </a:spcAft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Chart Placeholder 2"/>
          <p:cNvSpPr>
            <a:spLocks noGrp="1"/>
          </p:cNvSpPr>
          <p:nvPr>
            <p:ph type="chart" sz="quarter" idx="24"/>
          </p:nvPr>
        </p:nvSpPr>
        <p:spPr>
          <a:xfrm>
            <a:off x="501650" y="2125013"/>
            <a:ext cx="5349240" cy="3996000"/>
          </a:xfrm>
        </p:spPr>
        <p:txBody>
          <a:bodyPr>
            <a:noAutofit/>
          </a:bodyPr>
          <a:lstStyle/>
          <a:p>
            <a:r>
              <a:rPr lang="en-US"/>
              <a:t>Click icon to add chart</a:t>
            </a:r>
            <a:endParaRPr lang="en-GB"/>
          </a:p>
        </p:txBody>
      </p:sp>
      <p:sp>
        <p:nvSpPr>
          <p:cNvPr id="12" name="Text Placeholder 5"/>
          <p:cNvSpPr>
            <a:spLocks noGrp="1"/>
          </p:cNvSpPr>
          <p:nvPr>
            <p:ph type="body" sz="quarter" idx="25"/>
          </p:nvPr>
        </p:nvSpPr>
        <p:spPr>
          <a:xfrm>
            <a:off x="501649" y="1665288"/>
            <a:ext cx="5349240" cy="420687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5D528E1B-5BDF-48B1-B9CD-A31A9963129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4" name="Title Placeholder 1">
            <a:extLst>
              <a:ext uri="{FF2B5EF4-FFF2-40B4-BE49-F238E27FC236}">
                <a16:creationId xmlns:a16="http://schemas.microsoft.com/office/drawing/2014/main" id="{56A696DA-71F5-44D5-B231-17F470D2F6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389302371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 column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3"/>
          <p:cNvSpPr>
            <a:spLocks noGrp="1"/>
          </p:cNvSpPr>
          <p:nvPr>
            <p:ph sz="quarter" idx="10"/>
          </p:nvPr>
        </p:nvSpPr>
        <p:spPr>
          <a:xfrm>
            <a:off x="501650" y="1665289"/>
            <a:ext cx="4431857" cy="47164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6"/>
          </p:nvPr>
        </p:nvSpPr>
        <p:spPr>
          <a:xfrm>
            <a:off x="5450349" y="1665289"/>
            <a:ext cx="6240000" cy="47164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5DCFBECF-F261-4066-B77C-A1FCF54AA07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1" name="Title Placeholder 1">
            <a:extLst>
              <a:ext uri="{FF2B5EF4-FFF2-40B4-BE49-F238E27FC236}">
                <a16:creationId xmlns:a16="http://schemas.microsoft.com/office/drawing/2014/main" id="{6E9BEEDA-6F6F-4BD9-B1D8-9731D1B037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585252200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 content with quot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3"/>
          <p:cNvSpPr>
            <a:spLocks noGrp="1"/>
          </p:cNvSpPr>
          <p:nvPr>
            <p:ph sz="quarter" idx="10"/>
          </p:nvPr>
        </p:nvSpPr>
        <p:spPr>
          <a:xfrm>
            <a:off x="7577882" y="1658680"/>
            <a:ext cx="4112468" cy="4723072"/>
          </a:xfrm>
          <a:prstGeom prst="rect">
            <a:avLst/>
          </a:prstGeom>
        </p:spPr>
        <p:txBody>
          <a:bodyPr>
            <a:noAutofit/>
          </a:bodyPr>
          <a:lstStyle>
            <a:lvl1pPr>
              <a:tabLst>
                <a:tab pos="5029200" algn="r"/>
              </a:tabLst>
              <a:defRPr sz="2100">
                <a:solidFill>
                  <a:schemeClr val="accent3"/>
                </a:solidFill>
              </a:defRPr>
            </a:lvl1pPr>
            <a:lvl2pPr>
              <a:tabLst>
                <a:tab pos="5029200" algn="r"/>
              </a:tabLst>
              <a:defRPr/>
            </a:lvl2pPr>
            <a:lvl3pPr>
              <a:tabLst>
                <a:tab pos="5029200" algn="r"/>
              </a:tabLst>
              <a:defRPr/>
            </a:lvl3pPr>
            <a:lvl4pPr>
              <a:tabLst>
                <a:tab pos="5029200" algn="r"/>
              </a:tabLst>
              <a:defRPr/>
            </a:lvl4pPr>
            <a:lvl5pPr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6"/>
          </p:nvPr>
        </p:nvSpPr>
        <p:spPr>
          <a:xfrm>
            <a:off x="501651" y="1665288"/>
            <a:ext cx="6506348" cy="471646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68009483-F3D1-4AD9-8031-CEB4620DB87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1" name="Title Placeholder 1">
            <a:extLst>
              <a:ext uri="{FF2B5EF4-FFF2-40B4-BE49-F238E27FC236}">
                <a16:creationId xmlns:a16="http://schemas.microsoft.com/office/drawing/2014/main" id="{51FE75E2-F986-4CD3-8A43-338DEE272C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05050966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3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hart Placeholder 3"/>
          <p:cNvSpPr>
            <a:spLocks noGrp="1"/>
          </p:cNvSpPr>
          <p:nvPr>
            <p:ph type="chart" sz="quarter" idx="15"/>
          </p:nvPr>
        </p:nvSpPr>
        <p:spPr>
          <a:xfrm>
            <a:off x="504000" y="2051999"/>
            <a:ext cx="3549549" cy="4069014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 noProof="0"/>
              <a:t>Click icon to add chart</a:t>
            </a:r>
          </a:p>
        </p:txBody>
      </p:sp>
      <p:sp>
        <p:nvSpPr>
          <p:cNvPr id="18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501650" y="1659145"/>
            <a:ext cx="3549549" cy="392112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7" name="Chart Placeholder 3"/>
          <p:cNvSpPr>
            <a:spLocks noGrp="1"/>
          </p:cNvSpPr>
          <p:nvPr>
            <p:ph type="chart" sz="quarter" idx="19"/>
          </p:nvPr>
        </p:nvSpPr>
        <p:spPr>
          <a:xfrm>
            <a:off x="4322401" y="2051999"/>
            <a:ext cx="3549549" cy="4069014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 noProof="0"/>
              <a:t>Click icon to add chart</a:t>
            </a:r>
          </a:p>
        </p:txBody>
      </p:sp>
      <p:sp>
        <p:nvSpPr>
          <p:cNvPr id="8" name="Text Placeholder 8"/>
          <p:cNvSpPr>
            <a:spLocks noGrp="1"/>
          </p:cNvSpPr>
          <p:nvPr>
            <p:ph type="body" sz="quarter" idx="20"/>
          </p:nvPr>
        </p:nvSpPr>
        <p:spPr>
          <a:xfrm>
            <a:off x="4321226" y="1659145"/>
            <a:ext cx="3549549" cy="392112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9" name="Chart Placeholder 3"/>
          <p:cNvSpPr>
            <a:spLocks noGrp="1"/>
          </p:cNvSpPr>
          <p:nvPr>
            <p:ph type="chart" sz="quarter" idx="21"/>
          </p:nvPr>
        </p:nvSpPr>
        <p:spPr>
          <a:xfrm>
            <a:off x="8140801" y="2051999"/>
            <a:ext cx="3549549" cy="4069014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 noProof="0"/>
              <a:t>Click icon to add chart</a:t>
            </a:r>
          </a:p>
        </p:txBody>
      </p:sp>
      <p:sp>
        <p:nvSpPr>
          <p:cNvPr id="10" name="Text Placeholder 8"/>
          <p:cNvSpPr>
            <a:spLocks noGrp="1"/>
          </p:cNvSpPr>
          <p:nvPr>
            <p:ph type="body" sz="quarter" idx="22"/>
          </p:nvPr>
        </p:nvSpPr>
        <p:spPr>
          <a:xfrm>
            <a:off x="8140801" y="1659145"/>
            <a:ext cx="3549549" cy="398256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2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501649" y="6121014"/>
            <a:ext cx="11165419" cy="260737"/>
          </a:xfrm>
        </p:spPr>
        <p:txBody>
          <a:bodyPr>
            <a:noAutofit/>
          </a:bodyPr>
          <a:lstStyle>
            <a:lvl1pPr>
              <a:spcAft>
                <a:spcPts val="0"/>
              </a:spcAft>
              <a:defRPr sz="900"/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F3BAE7D4-2DCE-493F-8804-6735FFDC6D7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3" name="Title Placeholder 1">
            <a:extLst>
              <a:ext uri="{FF2B5EF4-FFF2-40B4-BE49-F238E27FC236}">
                <a16:creationId xmlns:a16="http://schemas.microsoft.com/office/drawing/2014/main" id="{0AA8666D-884E-4CE4-A16C-E06A6E0BAE3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912910866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eam profi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6"/>
          <p:cNvSpPr>
            <a:spLocks noGrp="1"/>
          </p:cNvSpPr>
          <p:nvPr>
            <p:ph type="pic" sz="quarter" idx="13"/>
          </p:nvPr>
        </p:nvSpPr>
        <p:spPr>
          <a:xfrm>
            <a:off x="501649" y="1674086"/>
            <a:ext cx="2712000" cy="1260000"/>
          </a:xfrm>
        </p:spPr>
        <p:txBody>
          <a:bodyPr lIns="0" tIns="0" rIns="0" bIns="0"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5" name="Picture Placeholder 6"/>
          <p:cNvSpPr>
            <a:spLocks noGrp="1"/>
          </p:cNvSpPr>
          <p:nvPr>
            <p:ph type="pic" sz="quarter" idx="14"/>
          </p:nvPr>
        </p:nvSpPr>
        <p:spPr>
          <a:xfrm>
            <a:off x="3327216" y="1674086"/>
            <a:ext cx="2712000" cy="1260000"/>
          </a:xfrm>
        </p:spPr>
        <p:txBody>
          <a:bodyPr lIns="0" tIns="0" rIns="0" bIns="0"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6" name="Picture Placeholder 6"/>
          <p:cNvSpPr>
            <a:spLocks noGrp="1"/>
          </p:cNvSpPr>
          <p:nvPr>
            <p:ph type="pic" sz="quarter" idx="15"/>
          </p:nvPr>
        </p:nvSpPr>
        <p:spPr>
          <a:xfrm>
            <a:off x="6152783" y="1674086"/>
            <a:ext cx="2712000" cy="1260000"/>
          </a:xfrm>
        </p:spPr>
        <p:txBody>
          <a:bodyPr lIns="0" tIns="0" rIns="0" bIns="0"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7" name="Picture Placeholder 6"/>
          <p:cNvSpPr>
            <a:spLocks noGrp="1"/>
          </p:cNvSpPr>
          <p:nvPr>
            <p:ph type="pic" sz="quarter" idx="16"/>
          </p:nvPr>
        </p:nvSpPr>
        <p:spPr>
          <a:xfrm>
            <a:off x="8978351" y="1674086"/>
            <a:ext cx="2712000" cy="1260000"/>
          </a:xfrm>
        </p:spPr>
        <p:txBody>
          <a:bodyPr lIns="0" tIns="0" rIns="0" bIns="0"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7"/>
          </p:nvPr>
        </p:nvSpPr>
        <p:spPr>
          <a:xfrm>
            <a:off x="501650" y="3124200"/>
            <a:ext cx="2720468" cy="3257548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0"/>
              </a:spcAft>
              <a:defRPr/>
            </a:lvl7pPr>
            <a:lvl8pPr marL="356400" indent="-176400">
              <a:spcAft>
                <a:spcPts val="0"/>
              </a:spcAft>
              <a:defRPr/>
            </a:lvl8pPr>
            <a:lvl9pPr marL="356400" indent="-176400">
              <a:spcAft>
                <a:spcPts val="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0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6149963" y="3120551"/>
            <a:ext cx="2712000" cy="3261199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0"/>
              </a:spcAft>
              <a:defRPr/>
            </a:lvl7pPr>
            <a:lvl8pPr marL="356400" indent="-176400">
              <a:spcAft>
                <a:spcPts val="0"/>
              </a:spcAft>
              <a:defRPr/>
            </a:lvl8pPr>
            <a:lvl9pPr marL="356400" indent="-176400">
              <a:spcAft>
                <a:spcPts val="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Text Placeholder 8"/>
          <p:cNvSpPr>
            <a:spLocks noGrp="1"/>
          </p:cNvSpPr>
          <p:nvPr>
            <p:ph type="body" sz="quarter" idx="19"/>
          </p:nvPr>
        </p:nvSpPr>
        <p:spPr>
          <a:xfrm>
            <a:off x="3330040" y="3124200"/>
            <a:ext cx="2712000" cy="3257549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0"/>
              </a:spcAft>
              <a:defRPr/>
            </a:lvl7pPr>
            <a:lvl8pPr marL="356400" indent="-176400">
              <a:spcAft>
                <a:spcPts val="0"/>
              </a:spcAft>
              <a:defRPr/>
            </a:lvl8pPr>
            <a:lvl9pPr marL="356400" indent="-176400">
              <a:spcAft>
                <a:spcPts val="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2" name="Text Placeholder 8"/>
          <p:cNvSpPr>
            <a:spLocks noGrp="1"/>
          </p:cNvSpPr>
          <p:nvPr>
            <p:ph type="body" sz="quarter" idx="20"/>
          </p:nvPr>
        </p:nvSpPr>
        <p:spPr>
          <a:xfrm>
            <a:off x="8993169" y="3108508"/>
            <a:ext cx="2697183" cy="327324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0"/>
              </a:spcAft>
              <a:defRPr/>
            </a:lvl7pPr>
            <a:lvl8pPr marL="356400" indent="-176400">
              <a:spcAft>
                <a:spcPts val="0"/>
              </a:spcAft>
              <a:defRPr/>
            </a:lvl8pPr>
            <a:lvl9pPr marL="356400" indent="-176400">
              <a:spcAft>
                <a:spcPts val="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CB36819A-C0CE-4CC8-96BE-D57C8135F44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Title Placeholder 1">
            <a:extLst>
              <a:ext uri="{FF2B5EF4-FFF2-40B4-BE49-F238E27FC236}">
                <a16:creationId xmlns:a16="http://schemas.microsoft.com/office/drawing/2014/main" id="{A14F8B0D-4D62-4988-B307-1BB6BBEEC11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628852432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 pictur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7"/>
          <p:cNvSpPr>
            <a:spLocks noGrp="1"/>
          </p:cNvSpPr>
          <p:nvPr>
            <p:ph type="pic" sz="quarter" idx="13"/>
          </p:nvPr>
        </p:nvSpPr>
        <p:spPr>
          <a:xfrm>
            <a:off x="501651" y="1674087"/>
            <a:ext cx="3695700" cy="1971675"/>
          </a:xfrm>
        </p:spPr>
        <p:txBody>
          <a:bodyPr/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5" name="Picture Placeholder 7"/>
          <p:cNvSpPr>
            <a:spLocks noGrp="1"/>
          </p:cNvSpPr>
          <p:nvPr>
            <p:ph type="pic" sz="quarter" idx="14"/>
          </p:nvPr>
        </p:nvSpPr>
        <p:spPr>
          <a:xfrm>
            <a:off x="8006398" y="1674087"/>
            <a:ext cx="3683953" cy="1971675"/>
          </a:xfrm>
        </p:spPr>
        <p:txBody>
          <a:bodyPr/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6" name="Picture Placeholder 7"/>
          <p:cNvSpPr>
            <a:spLocks noGrp="1"/>
          </p:cNvSpPr>
          <p:nvPr>
            <p:ph type="pic" sz="quarter" idx="15"/>
          </p:nvPr>
        </p:nvSpPr>
        <p:spPr>
          <a:xfrm>
            <a:off x="4273075" y="1674087"/>
            <a:ext cx="3657600" cy="1971675"/>
          </a:xfrm>
        </p:spPr>
        <p:txBody>
          <a:bodyPr/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9" name="Text Placeholder 18"/>
          <p:cNvSpPr>
            <a:spLocks noGrp="1"/>
          </p:cNvSpPr>
          <p:nvPr>
            <p:ph idx="1"/>
          </p:nvPr>
        </p:nvSpPr>
        <p:spPr>
          <a:xfrm>
            <a:off x="501651" y="3832225"/>
            <a:ext cx="3683949" cy="2095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buFontTx/>
              <a:buNone/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3" name="Text Placeholder 18"/>
          <p:cNvSpPr>
            <a:spLocks noGrp="1"/>
          </p:cNvSpPr>
          <p:nvPr>
            <p:ph idx="16"/>
          </p:nvPr>
        </p:nvSpPr>
        <p:spPr>
          <a:xfrm>
            <a:off x="4267200" y="3832225"/>
            <a:ext cx="3657600" cy="2095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buFontTx/>
              <a:buNone/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4" name="Text Placeholder 18"/>
          <p:cNvSpPr>
            <a:spLocks noGrp="1"/>
          </p:cNvSpPr>
          <p:nvPr>
            <p:ph idx="17"/>
          </p:nvPr>
        </p:nvSpPr>
        <p:spPr>
          <a:xfrm>
            <a:off x="8006398" y="3832225"/>
            <a:ext cx="3683953" cy="2095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buFontTx/>
              <a:buNone/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9F15AF63-D425-4D3F-B484-4B7A0F329F9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2" name="Title Placeholder 1">
            <a:extLst>
              <a:ext uri="{FF2B5EF4-FFF2-40B4-BE49-F238E27FC236}">
                <a16:creationId xmlns:a16="http://schemas.microsoft.com/office/drawing/2014/main" id="{F7002A92-1CF7-42F5-B761-7DB3C2CF11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498153853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 column ic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8"/>
          <p:cNvSpPr>
            <a:spLocks noGrp="1"/>
          </p:cNvSpPr>
          <p:nvPr>
            <p:ph type="body" sz="quarter" idx="17"/>
          </p:nvPr>
        </p:nvSpPr>
        <p:spPr>
          <a:xfrm>
            <a:off x="504000" y="2556000"/>
            <a:ext cx="2592000" cy="339480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100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1000"/>
              </a:spcAft>
              <a:defRPr/>
            </a:lvl7pPr>
            <a:lvl8pPr marL="356400" indent="-176400">
              <a:spcAft>
                <a:spcPts val="1000"/>
              </a:spcAft>
              <a:defRPr/>
            </a:lvl8pPr>
            <a:lvl9pPr marL="356400" indent="-176400">
              <a:spcAft>
                <a:spcPts val="100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9096836" y="2556000"/>
            <a:ext cx="2592000" cy="339480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100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1000"/>
              </a:spcAft>
              <a:defRPr/>
            </a:lvl7pPr>
            <a:lvl8pPr marL="356400" indent="-176400">
              <a:spcAft>
                <a:spcPts val="1000"/>
              </a:spcAft>
              <a:defRPr/>
            </a:lvl8pPr>
            <a:lvl9pPr marL="356400" indent="-176400">
              <a:spcAft>
                <a:spcPts val="100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ext Placeholder 8"/>
          <p:cNvSpPr>
            <a:spLocks noGrp="1"/>
          </p:cNvSpPr>
          <p:nvPr>
            <p:ph type="body" sz="quarter" idx="19"/>
          </p:nvPr>
        </p:nvSpPr>
        <p:spPr>
          <a:xfrm>
            <a:off x="3368279" y="2556000"/>
            <a:ext cx="2592000" cy="339480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100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1000"/>
              </a:spcAft>
              <a:defRPr/>
            </a:lvl7pPr>
            <a:lvl8pPr marL="356400" indent="-176400">
              <a:spcAft>
                <a:spcPts val="1000"/>
              </a:spcAft>
              <a:defRPr/>
            </a:lvl8pPr>
            <a:lvl9pPr marL="356400" indent="-176400">
              <a:spcAft>
                <a:spcPts val="100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7" name="Text Placeholder 8"/>
          <p:cNvSpPr>
            <a:spLocks noGrp="1"/>
          </p:cNvSpPr>
          <p:nvPr>
            <p:ph type="body" sz="quarter" idx="20"/>
          </p:nvPr>
        </p:nvSpPr>
        <p:spPr>
          <a:xfrm>
            <a:off x="6232557" y="2556000"/>
            <a:ext cx="2592000" cy="339480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100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1000"/>
              </a:spcAft>
              <a:defRPr/>
            </a:lvl7pPr>
            <a:lvl8pPr marL="356400" indent="-176400">
              <a:spcAft>
                <a:spcPts val="1000"/>
              </a:spcAft>
              <a:defRPr/>
            </a:lvl8pPr>
            <a:lvl9pPr marL="356400" indent="-176400">
              <a:spcAft>
                <a:spcPts val="100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3B6715C-C932-49B3-880D-8C5710C8F99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6EA7B5E5-1F8D-43CD-9AD2-8B87181DC53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539344255"/>
      </p:ext>
    </p:extLst>
  </p:cSld>
  <p:clrMapOvr>
    <a:masterClrMapping/>
  </p:clrMapOvr>
  <p:hf hdr="0" dt="0"/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, subtitle, 1 column text with 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18"/>
          <p:cNvSpPr>
            <a:spLocks noGrp="1"/>
          </p:cNvSpPr>
          <p:nvPr>
            <p:ph idx="1"/>
          </p:nvPr>
        </p:nvSpPr>
        <p:spPr>
          <a:xfrm>
            <a:off x="501650" y="1665289"/>
            <a:ext cx="5594351" cy="471646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9939BF43-6ABE-4327-81AC-7892A047732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E4133C46-CE37-4404-B4D0-9DFA124106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682707950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F79D3799-9A6C-45EE-B3ED-0F77AAB658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230037224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-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F79D3799-9A6C-45EE-B3ED-0F77AAB658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857519046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&amp;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D1AFA9E9-5EB8-42BF-B15A-3D95DDA547A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4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C3F5B0ED-A4CB-4D19-B6B8-CA9E1139E7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435609521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75219749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End slide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3"/>
          </p:nvPr>
        </p:nvSpPr>
        <p:spPr>
          <a:xfrm>
            <a:off x="501652" y="4211955"/>
            <a:ext cx="8528936" cy="2169796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spcAft>
                <a:spcPts val="600"/>
              </a:spcAft>
              <a:defRPr sz="9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4" hasCustomPrompt="1"/>
          </p:nvPr>
        </p:nvSpPr>
        <p:spPr>
          <a:xfrm>
            <a:off x="9370847" y="4211955"/>
            <a:ext cx="2319503" cy="1725448"/>
          </a:xfrm>
        </p:spPr>
        <p:txBody>
          <a:bodyPr anchor="ctr" anchorCtr="0"/>
          <a:lstStyle>
            <a:lvl1pPr algn="ctr">
              <a:defRPr sz="900">
                <a:solidFill>
                  <a:schemeClr val="bg1"/>
                </a:solidFill>
              </a:defRPr>
            </a:lvl1pPr>
          </a:lstStyle>
          <a:p>
            <a:r>
              <a:rPr lang="en-GB" sz="900"/>
              <a:t>Insert sponsorship mark here</a:t>
            </a:r>
            <a:endParaRPr lang="en-GB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5"/>
          </p:nvPr>
        </p:nvSpPr>
        <p:spPr>
          <a:xfrm>
            <a:off x="9370850" y="6018028"/>
            <a:ext cx="2319501" cy="363722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defRPr sz="95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DBE0613-D0C6-405A-ACD6-58EF0477427B}"/>
              </a:ext>
            </a:extLst>
          </p:cNvPr>
          <p:cNvGrpSpPr>
            <a:grpSpLocks noChangeAspect="1"/>
          </p:cNvGrpSpPr>
          <p:nvPr/>
        </p:nvGrpSpPr>
        <p:grpSpPr>
          <a:xfrm>
            <a:off x="469900" y="457761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FD362D39-3352-4BA0-AC51-553983A71C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rgbClr val="86BC2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2" name="Freeform 6">
              <a:extLst>
                <a:ext uri="{FF2B5EF4-FFF2-40B4-BE49-F238E27FC236}">
                  <a16:creationId xmlns:a16="http://schemas.microsoft.com/office/drawing/2014/main" id="{1156DAFF-F101-4061-AA75-F8EEDC00FC7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3" name="Rectangle 7">
              <a:extLst>
                <a:ext uri="{FF2B5EF4-FFF2-40B4-BE49-F238E27FC236}">
                  <a16:creationId xmlns:a16="http://schemas.microsoft.com/office/drawing/2014/main" id="{5667AB23-84F3-44E4-B904-5D4D3A9B31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4" name="Freeform 8">
              <a:extLst>
                <a:ext uri="{FF2B5EF4-FFF2-40B4-BE49-F238E27FC236}">
                  <a16:creationId xmlns:a16="http://schemas.microsoft.com/office/drawing/2014/main" id="{12CE4E7F-CB40-4545-80AF-423201F72F2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5" name="Rectangle 9">
              <a:extLst>
                <a:ext uri="{FF2B5EF4-FFF2-40B4-BE49-F238E27FC236}">
                  <a16:creationId xmlns:a16="http://schemas.microsoft.com/office/drawing/2014/main" id="{A7B265B2-4EA1-416A-A272-49E48905C3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6" name="Rectangle 10">
              <a:extLst>
                <a:ext uri="{FF2B5EF4-FFF2-40B4-BE49-F238E27FC236}">
                  <a16:creationId xmlns:a16="http://schemas.microsoft.com/office/drawing/2014/main" id="{3744CD22-C3A3-4D80-AB50-3E6D348330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7" name="Freeform 11">
              <a:extLst>
                <a:ext uri="{FF2B5EF4-FFF2-40B4-BE49-F238E27FC236}">
                  <a16:creationId xmlns:a16="http://schemas.microsoft.com/office/drawing/2014/main" id="{3046CB4E-F174-491D-9CAB-2A9115985705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8" name="Freeform 12">
              <a:extLst>
                <a:ext uri="{FF2B5EF4-FFF2-40B4-BE49-F238E27FC236}">
                  <a16:creationId xmlns:a16="http://schemas.microsoft.com/office/drawing/2014/main" id="{8B2D79F2-05A8-4E1C-A4D8-725E529630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9" name="Freeform 13">
              <a:extLst>
                <a:ext uri="{FF2B5EF4-FFF2-40B4-BE49-F238E27FC236}">
                  <a16:creationId xmlns:a16="http://schemas.microsoft.com/office/drawing/2014/main" id="{9EA13742-485A-4EC3-BF90-9FD12F905B1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30" name="Freeform 14">
              <a:extLst>
                <a:ext uri="{FF2B5EF4-FFF2-40B4-BE49-F238E27FC236}">
                  <a16:creationId xmlns:a16="http://schemas.microsoft.com/office/drawing/2014/main" id="{5D44DAC1-76F0-42F6-93C9-61B9C3054D6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08080371"/>
      </p:ext>
    </p:extLst>
  </p:cSld>
  <p:clrMapOvr>
    <a:masterClrMapping/>
  </p:clrMapOvr>
  <p:hf hdr="0" dt="0"/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End slide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3"/>
          </p:nvPr>
        </p:nvSpPr>
        <p:spPr>
          <a:xfrm>
            <a:off x="501652" y="4211955"/>
            <a:ext cx="8528936" cy="2169796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spcAft>
                <a:spcPts val="600"/>
              </a:spcAft>
              <a:defRPr sz="9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4" hasCustomPrompt="1"/>
          </p:nvPr>
        </p:nvSpPr>
        <p:spPr>
          <a:xfrm>
            <a:off x="9370847" y="4211955"/>
            <a:ext cx="2319503" cy="1725448"/>
          </a:xfrm>
        </p:spPr>
        <p:txBody>
          <a:bodyPr anchor="ctr" anchorCtr="0"/>
          <a:lstStyle>
            <a:lvl1pPr algn="ctr">
              <a:defRPr sz="900">
                <a:solidFill>
                  <a:schemeClr val="bg1"/>
                </a:solidFill>
              </a:defRPr>
            </a:lvl1pPr>
          </a:lstStyle>
          <a:p>
            <a:r>
              <a:rPr lang="en-GB" sz="900"/>
              <a:t>Insert sponsorship mark here</a:t>
            </a:r>
            <a:endParaRPr lang="en-GB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5"/>
          </p:nvPr>
        </p:nvSpPr>
        <p:spPr>
          <a:xfrm>
            <a:off x="9370850" y="6018028"/>
            <a:ext cx="2319501" cy="363722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defRPr sz="95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DBE0613-D0C6-405A-ACD6-58EF0477427B}"/>
              </a:ext>
            </a:extLst>
          </p:cNvPr>
          <p:cNvGrpSpPr>
            <a:grpSpLocks noChangeAspect="1"/>
          </p:cNvGrpSpPr>
          <p:nvPr/>
        </p:nvGrpSpPr>
        <p:grpSpPr>
          <a:xfrm>
            <a:off x="469900" y="457761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FD362D39-3352-4BA0-AC51-553983A71C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rgbClr val="86BC2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2" name="Freeform 6">
              <a:extLst>
                <a:ext uri="{FF2B5EF4-FFF2-40B4-BE49-F238E27FC236}">
                  <a16:creationId xmlns:a16="http://schemas.microsoft.com/office/drawing/2014/main" id="{1156DAFF-F101-4061-AA75-F8EEDC00FC7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3" name="Rectangle 7">
              <a:extLst>
                <a:ext uri="{FF2B5EF4-FFF2-40B4-BE49-F238E27FC236}">
                  <a16:creationId xmlns:a16="http://schemas.microsoft.com/office/drawing/2014/main" id="{5667AB23-84F3-44E4-B904-5D4D3A9B31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4" name="Freeform 8">
              <a:extLst>
                <a:ext uri="{FF2B5EF4-FFF2-40B4-BE49-F238E27FC236}">
                  <a16:creationId xmlns:a16="http://schemas.microsoft.com/office/drawing/2014/main" id="{12CE4E7F-CB40-4545-80AF-423201F72F2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5" name="Rectangle 9">
              <a:extLst>
                <a:ext uri="{FF2B5EF4-FFF2-40B4-BE49-F238E27FC236}">
                  <a16:creationId xmlns:a16="http://schemas.microsoft.com/office/drawing/2014/main" id="{A7B265B2-4EA1-416A-A272-49E48905C3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6" name="Rectangle 10">
              <a:extLst>
                <a:ext uri="{FF2B5EF4-FFF2-40B4-BE49-F238E27FC236}">
                  <a16:creationId xmlns:a16="http://schemas.microsoft.com/office/drawing/2014/main" id="{3744CD22-C3A3-4D80-AB50-3E6D348330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7" name="Freeform 11">
              <a:extLst>
                <a:ext uri="{FF2B5EF4-FFF2-40B4-BE49-F238E27FC236}">
                  <a16:creationId xmlns:a16="http://schemas.microsoft.com/office/drawing/2014/main" id="{3046CB4E-F174-491D-9CAB-2A9115985705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8" name="Freeform 12">
              <a:extLst>
                <a:ext uri="{FF2B5EF4-FFF2-40B4-BE49-F238E27FC236}">
                  <a16:creationId xmlns:a16="http://schemas.microsoft.com/office/drawing/2014/main" id="{8B2D79F2-05A8-4E1C-A4D8-725E529630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9" name="Freeform 13">
              <a:extLst>
                <a:ext uri="{FF2B5EF4-FFF2-40B4-BE49-F238E27FC236}">
                  <a16:creationId xmlns:a16="http://schemas.microsoft.com/office/drawing/2014/main" id="{9EA13742-485A-4EC3-BF90-9FD12F905B1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0" name="Freeform 14">
              <a:extLst>
                <a:ext uri="{FF2B5EF4-FFF2-40B4-BE49-F238E27FC236}">
                  <a16:creationId xmlns:a16="http://schemas.microsoft.com/office/drawing/2014/main" id="{5D44DAC1-76F0-42F6-93C9-61B9C3054D6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00562421"/>
      </p:ext>
    </p:extLst>
  </p:cSld>
  <p:clrMapOvr>
    <a:masterClrMapping/>
  </p:clrMapOvr>
  <p:hf hdr="0" dt="0"/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8CFE9674-04ED-4C53-9426-4EA385799F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889380862"/>
      </p:ext>
    </p:extLst>
  </p:cSld>
  <p:clrMapOvr>
    <a:masterClrMapping/>
  </p:clrMapOvr>
  <p:transition>
    <p:fade/>
  </p:transition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&amp;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469900" y="736688"/>
            <a:ext cx="112522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000" b="0">
                <a:solidFill>
                  <a:srgbClr val="575757"/>
                </a:solidFill>
              </a:defRPr>
            </a:lvl1pPr>
          </a:lstStyle>
          <a:p>
            <a:pPr lvl="0"/>
            <a:r>
              <a:rPr lang="en-US" noProof="0"/>
              <a:t>Click to add subtitle</a:t>
            </a:r>
          </a:p>
        </p:txBody>
      </p:sp>
      <p:sp>
        <p:nvSpPr>
          <p:cNvPr id="5" name="Title Placeholder 1"/>
          <p:cNvSpPr>
            <a:spLocks noGrp="1"/>
          </p:cNvSpPr>
          <p:nvPr>
            <p:ph type="title"/>
          </p:nvPr>
        </p:nvSpPr>
        <p:spPr>
          <a:xfrm>
            <a:off x="469900" y="402587"/>
            <a:ext cx="11252200" cy="334102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2000"/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48A605-A79A-41B7-BDB1-4EDF869EDC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416246" y="6387175"/>
            <a:ext cx="1359509" cy="271229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ts val="1000"/>
              </a:lnSpc>
              <a:defRPr sz="900" b="0" i="0">
                <a:solidFill>
                  <a:schemeClr val="tx1"/>
                </a:solidFill>
                <a:latin typeface="Verdana"/>
                <a:cs typeface="Verdana"/>
              </a:defRPr>
            </a:lvl1pPr>
          </a:lstStyle>
          <a:p>
            <a:fld id="{72E88CFD-7600-DD4A-9690-3544147D6214}" type="slidenum">
              <a:rPr lang="en-US" smtClean="0">
                <a:solidFill>
                  <a:srgbClr val="0367A5"/>
                </a:solidFill>
              </a:rPr>
              <a:pPr/>
              <a:t>‹#›</a:t>
            </a:fld>
            <a:endParaRPr lang="en-US">
              <a:solidFill>
                <a:srgbClr val="0367A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18683749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7550009-237B-B215-8D17-C9311339C6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965" y="244586"/>
            <a:ext cx="5718717" cy="19588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BREADCRUMBS</a:t>
            </a:r>
          </a:p>
        </p:txBody>
      </p:sp>
    </p:spTree>
    <p:extLst>
      <p:ext uri="{BB962C8B-B14F-4D97-AF65-F5344CB8AC3E}">
        <p14:creationId xmlns:p14="http://schemas.microsoft.com/office/powerpoint/2010/main" val="15858573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 Slide"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384" imgH="384" progId="TCLayout.ActiveDocument.1">
                  <p:embed/>
                </p:oleObj>
              </mc:Choice>
              <mc:Fallback>
                <p:oleObj name="think-cell Slide" r:id="rId5" imgW="384" imgH="384" progId="TCLayout.ActiveDocument.1">
                  <p:embed/>
                  <p:pic>
                    <p:nvPicPr>
                      <p:cNvPr id="4" name="Object 3" hidden="1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tangle 2" hidden="1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rgbClr val="29BA74"/>
          </a:solidFill>
          <a:ln w="9525" cap="rnd" cmpd="sng" algn="ctr">
            <a:solidFill>
              <a:srgbClr val="29BA7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93000"/>
              </a:lnSpc>
              <a:spcBef>
                <a:spcPct val="0"/>
              </a:spcBef>
              <a:spcAft>
                <a:spcPct val="0"/>
              </a:spcAft>
            </a:pPr>
            <a:endParaRPr lang="en-US" sz="5400" b="0" i="0" baseline="0">
              <a:solidFill>
                <a:srgbClr val="FFFFFF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CABB89D-C8D1-4D2D-8525-78E0703361EB}"/>
              </a:ext>
            </a:extLst>
          </p:cNvPr>
          <p:cNvCxnSpPr/>
          <p:nvPr userDrawn="1"/>
        </p:nvCxnSpPr>
        <p:spPr>
          <a:xfrm>
            <a:off x="435864" y="3962400"/>
            <a:ext cx="11320272" cy="0"/>
          </a:xfrm>
          <a:prstGeom prst="line">
            <a:avLst/>
          </a:prstGeom>
          <a:ln w="1905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E1BBF1C1-BBBD-49F8-8B70-BD5FA9AC77C6}"/>
              </a:ext>
            </a:extLst>
          </p:cNvPr>
          <p:cNvSpPr txBox="1"/>
          <p:nvPr userDrawn="1"/>
        </p:nvSpPr>
        <p:spPr>
          <a:xfrm>
            <a:off x="291231" y="6457950"/>
            <a:ext cx="4114800" cy="11430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r>
              <a:rPr lang="en-US" sz="750">
                <a:solidFill>
                  <a:schemeClr val="bg2"/>
                </a:solidFill>
                <a:latin typeface="+mn-lt"/>
                <a:ea typeface="+mn-ea"/>
                <a:cs typeface="+mn-cs"/>
              </a:rPr>
              <a:t>© 2025 Medical Mutual of Ohio</a:t>
            </a:r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B62F1FAD-4BA5-45E5-947C-F544B8D5FE2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95300" y="2926080"/>
            <a:ext cx="11201400" cy="933226"/>
          </a:xfrm>
        </p:spPr>
        <p:txBody>
          <a:bodyPr vert="horz" anchor="b" anchorCtr="0"/>
          <a:lstStyle>
            <a:lvl1pPr algn="l">
              <a:lnSpc>
                <a:spcPts val="3600"/>
              </a:lnSpc>
              <a:defRPr sz="3600" b="1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</a:t>
            </a:r>
            <a:br>
              <a:rPr lang="en-US"/>
            </a:br>
            <a:r>
              <a:rPr lang="en-US"/>
              <a:t>Presentation Title</a:t>
            </a:r>
          </a:p>
        </p:txBody>
      </p:sp>
      <p:sp>
        <p:nvSpPr>
          <p:cNvPr id="23" name="Subtitle 2">
            <a:extLst>
              <a:ext uri="{FF2B5EF4-FFF2-40B4-BE49-F238E27FC236}">
                <a16:creationId xmlns:a16="http://schemas.microsoft.com/office/drawing/2014/main" id="{E78F45C9-2688-45FD-99E3-C8B16B45F93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5300" y="4191000"/>
            <a:ext cx="11201400" cy="273424"/>
          </a:xfrm>
        </p:spPr>
        <p:txBody>
          <a:bodyPr wrap="square" anchor="t" anchorCtr="0"/>
          <a:lstStyle>
            <a:lvl1pPr marL="0" indent="0" algn="l">
              <a:buNone/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&lt;Subtitle&gt; or &lt;Date&gt;</a:t>
            </a:r>
          </a:p>
        </p:txBody>
      </p:sp>
    </p:spTree>
    <p:extLst>
      <p:ext uri="{BB962C8B-B14F-4D97-AF65-F5344CB8AC3E}">
        <p14:creationId xmlns:p14="http://schemas.microsoft.com/office/powerpoint/2010/main" val="17239228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image" Target="../media/image1.emf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oleObject" Target="../embeddings/oleObject1.bin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tags" Target="../tags/tag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/Relationships>
</file>

<file path=ppt/slideMasters/_rels/slideMaster2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48.xml"/><Relationship Id="rId18" Type="http://schemas.openxmlformats.org/officeDocument/2006/relationships/slideLayout" Target="../slideLayouts/slideLayout53.xml"/><Relationship Id="rId26" Type="http://schemas.openxmlformats.org/officeDocument/2006/relationships/slideLayout" Target="../slideLayouts/slideLayout61.xml"/><Relationship Id="rId21" Type="http://schemas.openxmlformats.org/officeDocument/2006/relationships/slideLayout" Target="../slideLayouts/slideLayout56.xml"/><Relationship Id="rId34" Type="http://schemas.openxmlformats.org/officeDocument/2006/relationships/slideLayout" Target="../slideLayouts/slideLayout69.xml"/><Relationship Id="rId7" Type="http://schemas.openxmlformats.org/officeDocument/2006/relationships/slideLayout" Target="../slideLayouts/slideLayout42.xml"/><Relationship Id="rId12" Type="http://schemas.openxmlformats.org/officeDocument/2006/relationships/slideLayout" Target="../slideLayouts/slideLayout47.xml"/><Relationship Id="rId17" Type="http://schemas.openxmlformats.org/officeDocument/2006/relationships/slideLayout" Target="../slideLayouts/slideLayout52.xml"/><Relationship Id="rId25" Type="http://schemas.openxmlformats.org/officeDocument/2006/relationships/slideLayout" Target="../slideLayouts/slideLayout60.xml"/><Relationship Id="rId33" Type="http://schemas.openxmlformats.org/officeDocument/2006/relationships/slideLayout" Target="../slideLayouts/slideLayout68.xml"/><Relationship Id="rId38" Type="http://schemas.openxmlformats.org/officeDocument/2006/relationships/image" Target="../media/image1.emf"/><Relationship Id="rId2" Type="http://schemas.openxmlformats.org/officeDocument/2006/relationships/slideLayout" Target="../slideLayouts/slideLayout37.xml"/><Relationship Id="rId16" Type="http://schemas.openxmlformats.org/officeDocument/2006/relationships/slideLayout" Target="../slideLayouts/slideLayout51.xml"/><Relationship Id="rId20" Type="http://schemas.openxmlformats.org/officeDocument/2006/relationships/slideLayout" Target="../slideLayouts/slideLayout55.xml"/><Relationship Id="rId29" Type="http://schemas.openxmlformats.org/officeDocument/2006/relationships/slideLayout" Target="../slideLayouts/slideLayout64.xml"/><Relationship Id="rId1" Type="http://schemas.openxmlformats.org/officeDocument/2006/relationships/slideLayout" Target="../slideLayouts/slideLayout36.xml"/><Relationship Id="rId6" Type="http://schemas.openxmlformats.org/officeDocument/2006/relationships/slideLayout" Target="../slideLayouts/slideLayout41.xml"/><Relationship Id="rId11" Type="http://schemas.openxmlformats.org/officeDocument/2006/relationships/slideLayout" Target="../slideLayouts/slideLayout46.xml"/><Relationship Id="rId24" Type="http://schemas.openxmlformats.org/officeDocument/2006/relationships/slideLayout" Target="../slideLayouts/slideLayout59.xml"/><Relationship Id="rId32" Type="http://schemas.openxmlformats.org/officeDocument/2006/relationships/slideLayout" Target="../slideLayouts/slideLayout67.xml"/><Relationship Id="rId37" Type="http://schemas.openxmlformats.org/officeDocument/2006/relationships/oleObject" Target="../embeddings/oleObject1.bin"/><Relationship Id="rId5" Type="http://schemas.openxmlformats.org/officeDocument/2006/relationships/slideLayout" Target="../slideLayouts/slideLayout40.xml"/><Relationship Id="rId15" Type="http://schemas.openxmlformats.org/officeDocument/2006/relationships/slideLayout" Target="../slideLayouts/slideLayout50.xml"/><Relationship Id="rId23" Type="http://schemas.openxmlformats.org/officeDocument/2006/relationships/slideLayout" Target="../slideLayouts/slideLayout58.xml"/><Relationship Id="rId28" Type="http://schemas.openxmlformats.org/officeDocument/2006/relationships/slideLayout" Target="../slideLayouts/slideLayout63.xml"/><Relationship Id="rId36" Type="http://schemas.openxmlformats.org/officeDocument/2006/relationships/tags" Target="../tags/tag4.xml"/><Relationship Id="rId10" Type="http://schemas.openxmlformats.org/officeDocument/2006/relationships/slideLayout" Target="../slideLayouts/slideLayout45.xml"/><Relationship Id="rId19" Type="http://schemas.openxmlformats.org/officeDocument/2006/relationships/slideLayout" Target="../slideLayouts/slideLayout54.xml"/><Relationship Id="rId31" Type="http://schemas.openxmlformats.org/officeDocument/2006/relationships/slideLayout" Target="../slideLayouts/slideLayout66.xml"/><Relationship Id="rId4" Type="http://schemas.openxmlformats.org/officeDocument/2006/relationships/slideLayout" Target="../slideLayouts/slideLayout39.xml"/><Relationship Id="rId9" Type="http://schemas.openxmlformats.org/officeDocument/2006/relationships/slideLayout" Target="../slideLayouts/slideLayout44.xml"/><Relationship Id="rId14" Type="http://schemas.openxmlformats.org/officeDocument/2006/relationships/slideLayout" Target="../slideLayouts/slideLayout49.xml"/><Relationship Id="rId22" Type="http://schemas.openxmlformats.org/officeDocument/2006/relationships/slideLayout" Target="../slideLayouts/slideLayout57.xml"/><Relationship Id="rId27" Type="http://schemas.openxmlformats.org/officeDocument/2006/relationships/slideLayout" Target="../slideLayouts/slideLayout62.xml"/><Relationship Id="rId30" Type="http://schemas.openxmlformats.org/officeDocument/2006/relationships/slideLayout" Target="../slideLayouts/slideLayout65.xml"/><Relationship Id="rId35" Type="http://schemas.openxmlformats.org/officeDocument/2006/relationships/theme" Target="../theme/theme2.xml"/><Relationship Id="rId8" Type="http://schemas.openxmlformats.org/officeDocument/2006/relationships/slideLayout" Target="../slideLayouts/slideLayout43.xml"/><Relationship Id="rId3" Type="http://schemas.openxmlformats.org/officeDocument/2006/relationships/slideLayout" Target="../slideLayouts/slideLayout3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/>
          <p:cNvGraphicFramePr>
            <a:graphicFrameLocks noChangeAspect="1"/>
          </p:cNvGraphicFramePr>
          <p:nvPr>
            <p:custDataLst>
              <p:tags r:id="rId37"/>
            </p:custDataLst>
            <p:extLst>
              <p:ext uri="{D42A27DB-BD31-4B8C-83A1-F6EECF244321}">
                <p14:modId xmlns:p14="http://schemas.microsoft.com/office/powerpoint/2010/main" val="4184034811"/>
              </p:ext>
            </p:extLst>
          </p:nvPr>
        </p:nvGraphicFramePr>
        <p:xfrm>
          <a:off x="2118" y="1589"/>
          <a:ext cx="2116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8" imgW="270" imgH="270" progId="TCLayout.ActiveDocument.1">
                  <p:embed/>
                </p:oleObj>
              </mc:Choice>
              <mc:Fallback>
                <p:oleObj name="think-cell Slide" r:id="rId38" imgW="270" imgH="270" progId="TCLayout.ActiveDocument.1">
                  <p:embed/>
                  <p:pic>
                    <p:nvPicPr>
                      <p:cNvPr id="4" name="Object 3" hidden="1"/>
                      <p:cNvPicPr/>
                      <p:nvPr/>
                    </p:nvPicPr>
                    <p:blipFill>
                      <a:blip r:embed="rId39"/>
                      <a:stretch>
                        <a:fillRect/>
                      </a:stretch>
                    </p:blipFill>
                    <p:spPr>
                      <a:xfrm>
                        <a:off x="2118" y="1589"/>
                        <a:ext cx="2116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501651" y="317501"/>
            <a:ext cx="11188700" cy="30982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19" name="Text Placeholder 18"/>
          <p:cNvSpPr>
            <a:spLocks noGrp="1"/>
          </p:cNvSpPr>
          <p:nvPr>
            <p:ph type="body" idx="1"/>
          </p:nvPr>
        </p:nvSpPr>
        <p:spPr>
          <a:xfrm>
            <a:off x="501650" y="1665289"/>
            <a:ext cx="11188700" cy="4716462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82377" y="6661237"/>
            <a:ext cx="3079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 algn="r">
              <a:spcBef>
                <a:spcPts val="600"/>
              </a:spcBef>
              <a:buSzPct val="100000"/>
              <a:buFont typeface="Arial"/>
              <a:buNone/>
            </a:pPr>
            <a:fld id="{C58DF478-B544-4ED8-9ED4-6A2648E2D233}" type="slidenum">
              <a:rPr lang="en-US" sz="800" noProof="0" smtClean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pPr marL="0" indent="0" algn="r">
                <a:spcBef>
                  <a:spcPts val="600"/>
                </a:spcBef>
                <a:buSzPct val="100000"/>
                <a:buFont typeface="Arial"/>
                <a:buNone/>
              </a:pPr>
              <a:t>‹#›</a:t>
            </a:fld>
            <a:endParaRPr lang="en-US" sz="800" noProof="0">
              <a:solidFill>
                <a:schemeClr val="tx1"/>
              </a:solidFill>
              <a:latin typeface="+mn-lt"/>
              <a:cs typeface="Calibri" panose="020F0502020204030204" pitchFamily="34" charset="0"/>
            </a:endParaRPr>
          </a:p>
        </p:txBody>
      </p:sp>
      <p:sp>
        <p:nvSpPr>
          <p:cNvPr id="5" name="Copyright">
            <a:extLst>
              <a:ext uri="{FF2B5EF4-FFF2-40B4-BE49-F238E27FC236}">
                <a16:creationId xmlns:a16="http://schemas.microsoft.com/office/drawing/2014/main" id="{B941F761-4AEE-929D-5655-D54C7F4B62AF}"/>
              </a:ext>
            </a:extLst>
          </p:cNvPr>
          <p:cNvSpPr txBox="1"/>
          <p:nvPr userDrawn="1"/>
        </p:nvSpPr>
        <p:spPr>
          <a:xfrm>
            <a:off x="6836833" y="6661236"/>
            <a:ext cx="4428067" cy="1385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0" indent="0" algn="r" defTabSz="914400" rtl="0" eaLnBrk="1" latinLnBrk="0" hangingPunct="1">
              <a:spcBef>
                <a:spcPts val="600"/>
              </a:spcBef>
              <a:buSzPct val="100000"/>
              <a:buFont typeface="Arial"/>
              <a:buNone/>
            </a:pPr>
            <a:r>
              <a:rPr lang="en-US" sz="800" b="0" noProof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t>Medical Mutual</a:t>
            </a:r>
          </a:p>
        </p:txBody>
      </p:sp>
    </p:spTree>
    <p:extLst>
      <p:ext uri="{BB962C8B-B14F-4D97-AF65-F5344CB8AC3E}">
        <p14:creationId xmlns:p14="http://schemas.microsoft.com/office/powerpoint/2010/main" val="40915573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28" r:id="rId8"/>
    <p:sldLayoutId id="2147483729" r:id="rId9"/>
    <p:sldLayoutId id="2147483730" r:id="rId10"/>
    <p:sldLayoutId id="2147483731" r:id="rId11"/>
    <p:sldLayoutId id="2147483732" r:id="rId12"/>
    <p:sldLayoutId id="2147483733" r:id="rId13"/>
    <p:sldLayoutId id="2147483734" r:id="rId14"/>
    <p:sldLayoutId id="2147483735" r:id="rId15"/>
    <p:sldLayoutId id="2147483736" r:id="rId16"/>
    <p:sldLayoutId id="2147483737" r:id="rId17"/>
    <p:sldLayoutId id="2147483738" r:id="rId18"/>
    <p:sldLayoutId id="2147483739" r:id="rId19"/>
    <p:sldLayoutId id="2147483740" r:id="rId20"/>
    <p:sldLayoutId id="2147483741" r:id="rId21"/>
    <p:sldLayoutId id="2147483742" r:id="rId22"/>
    <p:sldLayoutId id="2147483743" r:id="rId23"/>
    <p:sldLayoutId id="2147483744" r:id="rId24"/>
    <p:sldLayoutId id="2147483745" r:id="rId25"/>
    <p:sldLayoutId id="2147483746" r:id="rId26"/>
    <p:sldLayoutId id="2147483747" r:id="rId27"/>
    <p:sldLayoutId id="2147483748" r:id="rId28"/>
    <p:sldLayoutId id="2147483749" r:id="rId29"/>
    <p:sldLayoutId id="2147483750" r:id="rId30"/>
    <p:sldLayoutId id="2147483751" r:id="rId31"/>
    <p:sldLayoutId id="2147483752" r:id="rId32"/>
    <p:sldLayoutId id="2147483753" r:id="rId33"/>
    <p:sldLayoutId id="2147483754" r:id="rId34"/>
    <p:sldLayoutId id="2147483755" r:id="rId35"/>
  </p:sldLayoutIdLst>
  <p:hf hdr="0" dt="0"/>
  <p:txStyles>
    <p:titleStyle>
      <a:lvl1pPr algn="l" defTabSz="914400" rtl="0" eaLnBrk="1" latinLnBrk="0" hangingPunct="1">
        <a:spcBef>
          <a:spcPct val="0"/>
        </a:spcBef>
        <a:buNone/>
        <a:defRPr sz="2100" kern="1200">
          <a:solidFill>
            <a:schemeClr val="tx1"/>
          </a:solidFill>
          <a:latin typeface="+mn-lt"/>
          <a:ea typeface="+mj-ea"/>
          <a:cs typeface="Calibri Light" panose="020F0302020204030204" pitchFamily="34" charset="0"/>
        </a:defRPr>
      </a:lvl1pPr>
    </p:titleStyle>
    <p:bodyStyle>
      <a:lvl1pPr marL="0" indent="0" algn="l" defTabSz="914400" rtl="0" eaLnBrk="1" latinLnBrk="0" hangingPunct="1">
        <a:spcBef>
          <a:spcPts val="0"/>
        </a:spcBef>
        <a:spcAft>
          <a:spcPts val="1000"/>
        </a:spcAft>
        <a:buSzPct val="100000"/>
        <a:buFontTx/>
        <a:buNone/>
        <a:defRPr sz="1300" b="0" kern="120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1pPr>
      <a:lvl2pPr marL="139700" indent="-139700" algn="l" defTabSz="914400" rtl="0" eaLnBrk="1" latinLnBrk="0" hangingPunct="1"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•"/>
        <a:defRPr lang="en-US" sz="1300" b="0" kern="120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2pPr>
      <a:lvl3pPr marL="304800" indent="-139700" algn="l" defTabSz="914400" rtl="0" eaLnBrk="1" latinLnBrk="0" hangingPunct="1"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−"/>
        <a:defRPr lang="en-US" sz="1300" kern="120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3pPr>
      <a:lvl4pPr marL="469900" indent="-139700" algn="l" defTabSz="914400" rtl="0" eaLnBrk="1" latinLnBrk="0" hangingPunct="1"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◦"/>
        <a:defRPr lang="en-US" sz="1300" kern="1200" baseline="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4pPr>
      <a:lvl5pPr marL="635000" indent="-139700" algn="l" defTabSz="798513" rtl="0" eaLnBrk="1" latinLnBrk="0" hangingPunct="1"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−"/>
        <a:tabLst/>
        <a:defRPr lang="en-US" sz="1300" kern="1200" baseline="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5pPr>
      <a:lvl6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4020">
          <p15:clr>
            <a:srgbClr val="F26B43"/>
          </p15:clr>
        </p15:guide>
        <p15:guide id="7" orient="horz" pos="200">
          <p15:clr>
            <a:srgbClr val="F26B43"/>
          </p15:clr>
        </p15:guide>
        <p15:guide id="8" orient="horz" pos="4080">
          <p15:clr>
            <a:srgbClr val="F26B43"/>
          </p15:clr>
        </p15:guide>
        <p15:guide id="22" orient="horz" pos="640">
          <p15:clr>
            <a:srgbClr val="F26B43"/>
          </p15:clr>
        </p15:guide>
        <p15:guide id="65" orient="horz" pos="2160">
          <p15:clr>
            <a:srgbClr val="F26B43"/>
          </p15:clr>
        </p15:guide>
        <p15:guide id="66" orient="horz" pos="3968">
          <p15:clr>
            <a:srgbClr val="F26B43"/>
          </p15:clr>
        </p15:guide>
        <p15:guide id="67" pos="312">
          <p15:clr>
            <a:srgbClr val="F26B43"/>
          </p15:clr>
        </p15:guide>
        <p15:guide id="68" pos="7368">
          <p15:clr>
            <a:srgbClr val="F26B43"/>
          </p15:clr>
        </p15:guide>
        <p15:guide id="70" orient="horz" pos="4081">
          <p15:clr>
            <a:srgbClr val="F26B43"/>
          </p15:clr>
        </p15:guide>
        <p15:guide id="77" pos="3783">
          <p15:clr>
            <a:srgbClr val="F26B43"/>
          </p15:clr>
        </p15:guide>
        <p15:guide id="78" pos="3896">
          <p15:clr>
            <a:srgbClr val="F26B43"/>
          </p15:clr>
        </p15:guide>
        <p15:guide id="79" pos="3840">
          <p15:clr>
            <a:srgbClr val="F26B43"/>
          </p15:clr>
        </p15:guide>
        <p15:guide id="81" orient="horz" pos="1049">
          <p15:clr>
            <a:srgbClr val="F26B43"/>
          </p15:clr>
        </p15:guide>
        <p15:guide id="82" orient="horz" pos="641">
          <p15:clr>
            <a:srgbClr val="F26B43"/>
          </p15:clr>
        </p15:guide>
        <p15:guide id="83" orient="horz" pos="398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/>
          <p:cNvGraphicFramePr>
            <a:graphicFrameLocks noChangeAspect="1"/>
          </p:cNvGraphicFramePr>
          <p:nvPr>
            <p:custDataLst>
              <p:tags r:id="rId36"/>
            </p:custDataLst>
          </p:nvPr>
        </p:nvGraphicFramePr>
        <p:xfrm>
          <a:off x="2118" y="1589"/>
          <a:ext cx="2116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7" imgW="270" imgH="270" progId="TCLayout.ActiveDocument.1">
                  <p:embed/>
                </p:oleObj>
              </mc:Choice>
              <mc:Fallback>
                <p:oleObj name="think-cell Slide" r:id="rId37" imgW="270" imgH="270" progId="TCLayout.ActiveDocument.1">
                  <p:embed/>
                  <p:pic>
                    <p:nvPicPr>
                      <p:cNvPr id="4" name="Object 3" hidden="1"/>
                      <p:cNvPicPr/>
                      <p:nvPr/>
                    </p:nvPicPr>
                    <p:blipFill>
                      <a:blip r:embed="rId38"/>
                      <a:stretch>
                        <a:fillRect/>
                      </a:stretch>
                    </p:blipFill>
                    <p:spPr>
                      <a:xfrm>
                        <a:off x="2118" y="1589"/>
                        <a:ext cx="2116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501651" y="317501"/>
            <a:ext cx="11188700" cy="30982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19" name="Text Placeholder 18"/>
          <p:cNvSpPr>
            <a:spLocks noGrp="1"/>
          </p:cNvSpPr>
          <p:nvPr>
            <p:ph type="body" idx="1"/>
          </p:nvPr>
        </p:nvSpPr>
        <p:spPr>
          <a:xfrm>
            <a:off x="501650" y="1665289"/>
            <a:ext cx="11188700" cy="4716462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82377" y="6661237"/>
            <a:ext cx="3079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 algn="r">
              <a:spcBef>
                <a:spcPts val="600"/>
              </a:spcBef>
              <a:buSzPct val="100000"/>
              <a:buFont typeface="Arial"/>
              <a:buNone/>
            </a:pPr>
            <a:fld id="{C58DF478-B544-4ED8-9ED4-6A2648E2D233}" type="slidenum">
              <a:rPr lang="en-US" sz="800" noProof="0" smtClean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pPr marL="0" indent="0" algn="r">
                <a:spcBef>
                  <a:spcPts val="600"/>
                </a:spcBef>
                <a:buSzPct val="100000"/>
                <a:buFont typeface="Arial"/>
                <a:buNone/>
              </a:pPr>
              <a:t>‹#›</a:t>
            </a:fld>
            <a:endParaRPr lang="en-US" sz="800" noProof="0">
              <a:solidFill>
                <a:schemeClr val="tx1"/>
              </a:solidFill>
              <a:latin typeface="+mn-lt"/>
              <a:cs typeface="Calibri" panose="020F0502020204030204" pitchFamily="34" charset="0"/>
            </a:endParaRPr>
          </a:p>
        </p:txBody>
      </p:sp>
      <p:sp>
        <p:nvSpPr>
          <p:cNvPr id="5" name="Copyright">
            <a:extLst>
              <a:ext uri="{FF2B5EF4-FFF2-40B4-BE49-F238E27FC236}">
                <a16:creationId xmlns:a16="http://schemas.microsoft.com/office/drawing/2014/main" id="{B941F761-4AEE-929D-5655-D54C7F4B62AF}"/>
              </a:ext>
            </a:extLst>
          </p:cNvPr>
          <p:cNvSpPr txBox="1"/>
          <p:nvPr userDrawn="1"/>
        </p:nvSpPr>
        <p:spPr>
          <a:xfrm>
            <a:off x="6836833" y="6661236"/>
            <a:ext cx="4428067" cy="1385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0" indent="0" algn="r" defTabSz="914400" rtl="0" eaLnBrk="1" latinLnBrk="0" hangingPunct="1">
              <a:spcBef>
                <a:spcPts val="600"/>
              </a:spcBef>
              <a:buSzPct val="100000"/>
              <a:buFont typeface="Arial"/>
              <a:buNone/>
            </a:pPr>
            <a:r>
              <a:rPr lang="en-US" sz="800" b="0" noProof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t>Medical Mutual</a:t>
            </a:r>
          </a:p>
        </p:txBody>
      </p:sp>
    </p:spTree>
    <p:extLst>
      <p:ext uri="{BB962C8B-B14F-4D97-AF65-F5344CB8AC3E}">
        <p14:creationId xmlns:p14="http://schemas.microsoft.com/office/powerpoint/2010/main" val="40915573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8" r:id="rId1"/>
    <p:sldLayoutId id="2147483761" r:id="rId2"/>
    <p:sldLayoutId id="2147483762" r:id="rId3"/>
    <p:sldLayoutId id="2147483763" r:id="rId4"/>
    <p:sldLayoutId id="2147483764" r:id="rId5"/>
    <p:sldLayoutId id="2147483765" r:id="rId6"/>
    <p:sldLayoutId id="2147483766" r:id="rId7"/>
    <p:sldLayoutId id="2147483767" r:id="rId8"/>
    <p:sldLayoutId id="2147483768" r:id="rId9"/>
    <p:sldLayoutId id="2147483769" r:id="rId10"/>
    <p:sldLayoutId id="2147483770" r:id="rId11"/>
    <p:sldLayoutId id="2147483771" r:id="rId12"/>
    <p:sldLayoutId id="2147483772" r:id="rId13"/>
    <p:sldLayoutId id="2147483773" r:id="rId14"/>
    <p:sldLayoutId id="2147483774" r:id="rId15"/>
    <p:sldLayoutId id="2147483775" r:id="rId16"/>
    <p:sldLayoutId id="2147483776" r:id="rId17"/>
    <p:sldLayoutId id="2147483777" r:id="rId18"/>
    <p:sldLayoutId id="2147483778" r:id="rId19"/>
    <p:sldLayoutId id="2147483779" r:id="rId20"/>
    <p:sldLayoutId id="2147483780" r:id="rId21"/>
    <p:sldLayoutId id="2147483781" r:id="rId22"/>
    <p:sldLayoutId id="2147483782" r:id="rId23"/>
    <p:sldLayoutId id="2147483783" r:id="rId24"/>
    <p:sldLayoutId id="2147483784" r:id="rId25"/>
    <p:sldLayoutId id="2147483785" r:id="rId26"/>
    <p:sldLayoutId id="2147483786" r:id="rId27"/>
    <p:sldLayoutId id="2147483787" r:id="rId28"/>
    <p:sldLayoutId id="2147483788" r:id="rId29"/>
    <p:sldLayoutId id="2147483789" r:id="rId30"/>
    <p:sldLayoutId id="2147483790" r:id="rId31"/>
    <p:sldLayoutId id="2147483791" r:id="rId32"/>
    <p:sldLayoutId id="2147483792" r:id="rId33"/>
    <p:sldLayoutId id="2147483793" r:id="rId34"/>
  </p:sldLayoutIdLst>
  <p:hf hdr="0" dt="0"/>
  <p:txStyles>
    <p:titleStyle>
      <a:lvl1pPr algn="l" defTabSz="914400" rtl="0" eaLnBrk="1" latinLnBrk="0" hangingPunct="1">
        <a:spcBef>
          <a:spcPct val="0"/>
        </a:spcBef>
        <a:buNone/>
        <a:defRPr sz="2100" kern="1200">
          <a:solidFill>
            <a:schemeClr val="tx1"/>
          </a:solidFill>
          <a:latin typeface="+mn-lt"/>
          <a:ea typeface="+mj-ea"/>
          <a:cs typeface="Calibri Light" panose="020F0302020204030204" pitchFamily="34" charset="0"/>
        </a:defRPr>
      </a:lvl1pPr>
    </p:titleStyle>
    <p:bodyStyle>
      <a:lvl1pPr marL="0" indent="0" algn="l" defTabSz="914400" rtl="0" eaLnBrk="1" latinLnBrk="0" hangingPunct="1">
        <a:spcBef>
          <a:spcPts val="0"/>
        </a:spcBef>
        <a:spcAft>
          <a:spcPts val="1000"/>
        </a:spcAft>
        <a:buSzPct val="100000"/>
        <a:buFontTx/>
        <a:buNone/>
        <a:defRPr sz="1300" b="0" kern="120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1pPr>
      <a:lvl2pPr marL="139700" indent="-139700" algn="l" defTabSz="914400" rtl="0" eaLnBrk="1" latinLnBrk="0" hangingPunct="1"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•"/>
        <a:defRPr lang="en-US" sz="1300" b="0" kern="120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2pPr>
      <a:lvl3pPr marL="304800" indent="-139700" algn="l" defTabSz="914400" rtl="0" eaLnBrk="1" latinLnBrk="0" hangingPunct="1"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−"/>
        <a:defRPr lang="en-US" sz="1300" kern="120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3pPr>
      <a:lvl4pPr marL="469900" indent="-139700" algn="l" defTabSz="914400" rtl="0" eaLnBrk="1" latinLnBrk="0" hangingPunct="1"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◦"/>
        <a:defRPr lang="en-US" sz="1300" kern="1200" baseline="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4pPr>
      <a:lvl5pPr marL="635000" indent="-139700" algn="l" defTabSz="798513" rtl="0" eaLnBrk="1" latinLnBrk="0" hangingPunct="1"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−"/>
        <a:tabLst/>
        <a:defRPr lang="en-US" sz="1300" kern="1200" baseline="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5pPr>
      <a:lvl6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dev.azure.com/medmutual/HRP/_queries/query/?tempQueryId=4b928880-8a55-4bc3-974b-6773ba0778d4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dev.azure.com/medmutual/HRP/_queries/query/?tempQueryId=5cbc0be2-c0c0-4e56-a45f-61ecdb73f5e3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dev.azure.com/medmutual/HRP/_queries/query/?tempQueryId=4267bae2-9fad-44f1-b82a-5d1e7518f043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6.xml"/><Relationship Id="rId4" Type="http://schemas.openxmlformats.org/officeDocument/2006/relationships/hyperlink" Target="https://dev.azure.com/medmutual/HRP/_queries/query/?tempQueryId=5cbc0be2-c0c0-4e56-a45f-61ecdb73f5e3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52745B-8D83-C40B-3E9E-4C016ED9E30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95300" y="2935976"/>
            <a:ext cx="11201400" cy="923330"/>
          </a:xfrm>
        </p:spPr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defRPr/>
            </a:pPr>
            <a:r>
              <a:rPr lang="en-US"/>
              <a:t>MMO Test Execution &amp; Defect Report</a:t>
            </a:r>
            <a:endParaRPr lang="en-US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A5376F38-9832-1E0D-1CF1-540781298B51}"/>
              </a:ext>
            </a:extLst>
          </p:cNvPr>
          <p:cNvSpPr txBox="1">
            <a:spLocks/>
          </p:cNvSpPr>
          <p:nvPr/>
        </p:nvSpPr>
        <p:spPr bwMode="gray">
          <a:xfrm>
            <a:off x="495300" y="3782643"/>
            <a:ext cx="11201400" cy="92333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ts val="3600"/>
              </a:lnSpc>
              <a:spcBef>
                <a:spcPct val="0"/>
              </a:spcBef>
              <a:buNone/>
              <a:defRPr sz="3600" b="1" kern="120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500">
                <a:solidFill>
                  <a:prstClr val="black"/>
                </a:solidFill>
                <a:latin typeface="Calibri"/>
              </a:rPr>
              <a:t>{{Date}}</a:t>
            </a:r>
            <a:endParaRPr kumimoji="0" lang="en-US" sz="25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62967274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263050-B538-8D58-A4E4-0E7C3FD9BE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NarrHeader">
            <a:extLst>
              <a:ext uri="{FF2B5EF4-FFF2-40B4-BE49-F238E27FC236}">
                <a16:creationId xmlns:a16="http://schemas.microsoft.com/office/drawing/2014/main" id="{DDA3501E-37FA-BBD5-7F1A-700EA3501B1B}"/>
              </a:ext>
            </a:extLst>
          </p:cNvPr>
          <p:cNvSpPr txBox="1"/>
          <p:nvPr/>
        </p:nvSpPr>
        <p:spPr>
          <a:xfrm>
            <a:off x="376931" y="2440118"/>
            <a:ext cx="2209088" cy="30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r>
              <a:rPr lang="en-US" sz="1200" b="1">
                <a:solidFill>
                  <a:srgbClr val="007680"/>
                </a:solidFill>
                <a:latin typeface="Calibri"/>
              </a:rPr>
              <a:t>Status</a:t>
            </a:r>
          </a:p>
        </p:txBody>
      </p:sp>
      <p:sp>
        <p:nvSpPr>
          <p:cNvPr id="61" name="NarrLeft">
            <a:extLst>
              <a:ext uri="{FF2B5EF4-FFF2-40B4-BE49-F238E27FC236}">
                <a16:creationId xmlns:a16="http://schemas.microsoft.com/office/drawing/2014/main" id="{015F27E5-6300-FD86-61EC-A29EB191B909}"/>
              </a:ext>
            </a:extLst>
          </p:cNvPr>
          <p:cNvSpPr txBox="1"/>
          <p:nvPr/>
        </p:nvSpPr>
        <p:spPr>
          <a:xfrm>
            <a:off x="368223" y="2716857"/>
            <a:ext cx="5406764" cy="3228686"/>
          </a:xfrm>
          <a:prstGeom prst="rect">
            <a:avLst/>
          </a:prstGeom>
          <a:solidFill>
            <a:srgbClr val="F7F7F7"/>
          </a:solidFill>
          <a:ln w="12700">
            <a:solidFill>
              <a:srgbClr val="CCCCCC"/>
            </a:solidFill>
          </a:ln>
        </p:spPr>
        <p:txBody>
          <a:bodyPr wrap="square" lIns="182880" tIns="182880" rIns="182880" bIns="182880" anchor="t"/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050" b="1" dirty="0">
                <a:solidFill>
                  <a:srgbClr val="007680"/>
                </a:solidFill>
                <a:latin typeface="Calibri"/>
              </a:rPr>
              <a:t>Executive Summary</a:t>
            </a:r>
            <a:r>
              <a:rPr lang="en-US" sz="1050" b="1" dirty="0">
                <a:solidFill>
                  <a:srgbClr val="007680"/>
                </a:solidFill>
                <a:latin typeface="Calibri"/>
                <a:ea typeface="Calibri"/>
                <a:cs typeface="Calibri"/>
              </a:rPr>
              <a:t>:</a:t>
            </a:r>
            <a:endParaRPr lang="en-US" sz="1050" b="1" dirty="0">
              <a:solidFill>
                <a:srgbClr val="007680"/>
              </a:solidFill>
              <a:latin typeface="Calibri"/>
            </a:endParaRPr>
          </a:p>
          <a:p>
            <a:pPr marL="171450" indent="-171450">
              <a:lnSpc>
                <a:spcPct val="11500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</a:rPr>
              <a:t>{{AI_OVERALL_STATUS}}</a:t>
            </a:r>
          </a:p>
          <a:p>
            <a:pPr marL="171450" indent="-171450">
              <a:lnSpc>
                <a:spcPct val="11500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</a:rPr>
              <a:t>{{AI_PDM_ITERATION_UPDATE}}</a:t>
            </a:r>
            <a:endParaRPr lang="en-US" sz="1000" dirty="0">
              <a:solidFill>
                <a:srgbClr val="333333"/>
              </a:solidFill>
              <a:ea typeface="Calibri"/>
              <a:cs typeface="Calibri"/>
            </a:endParaRPr>
          </a:p>
          <a:p>
            <a:pPr marL="171450" indent="-171450">
              <a:lnSpc>
                <a:spcPct val="11500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</a:rPr>
              <a:t>{{AI_PDM_DEFECT_SUMMARY}}</a:t>
            </a:r>
          </a:p>
          <a:p>
            <a:pPr marL="171450" indent="-171450">
              <a:lnSpc>
                <a:spcPct val="11500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{{AI_BENEFITS_UPDATE}}</a:t>
            </a:r>
            <a:r>
              <a:rPr lang="en-US" sz="1000" dirty="0">
                <a:solidFill>
                  <a:srgbClr val="333333"/>
                </a:solidFill>
                <a:latin typeface="Calibri"/>
                <a:cs typeface="Calibri"/>
              </a:rPr>
              <a:t/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lang="en-US" sz="1050" b="1" dirty="0">
                <a:solidFill>
                  <a:srgbClr val="007680"/>
                </a:solidFill>
                <a:latin typeface="Calibri"/>
              </a:rPr>
              <a:t>Defect Triage:</a:t>
            </a:r>
            <a:endParaRPr lang="en-US" sz="1050" b="1" dirty="0">
              <a:solidFill>
                <a:srgbClr val="007680"/>
              </a:solidFill>
              <a:latin typeface="Calibri"/>
              <a:ea typeface="Calibri"/>
              <a:cs typeface="Calibri"/>
            </a:endParaRPr>
          </a:p>
          <a:p>
            <a:pPr marL="171450" indent="-171450">
              <a:lnSpc>
                <a:spcPct val="11500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{{AI_DEFECT_TRIAGE}}</a:t>
            </a:r>
          </a:p>
          <a:p>
            <a:pPr>
              <a:lnSpc>
                <a:spcPct val="114999"/>
              </a:lnSpc>
              <a:spcBef>
                <a:spcPts val="300"/>
              </a:spcBef>
            </a:pPr>
            <a:endParaRPr lang="en-US" sz="1000" dirty="0">
              <a:solidFill>
                <a:srgbClr val="333333"/>
              </a:solidFill>
              <a:ea typeface="Calibri"/>
              <a:cs typeface="Calibri"/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br>
              <a:rPr lang="en-US" sz="1000" dirty="0"/>
            </a:br>
            <a:endParaRPr lang="en-US" sz="1000" dirty="0">
              <a:solidFill>
                <a:srgbClr val="333333"/>
              </a:solidFill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endParaRPr lang="en-US" sz="1000" b="0" dirty="0">
              <a:solidFill>
                <a:srgbClr val="333333"/>
              </a:solidFill>
              <a:latin typeface="Calibri"/>
            </a:endParaRPr>
          </a:p>
        </p:txBody>
      </p:sp>
      <p:sp>
        <p:nvSpPr>
          <p:cNvPr id="13" name="Title">
            <a:extLst>
              <a:ext uri="{FF2B5EF4-FFF2-40B4-BE49-F238E27FC236}">
                <a16:creationId xmlns:a16="http://schemas.microsoft.com/office/drawing/2014/main" id="{16FC7E3E-3C8D-5720-3B00-B4B11D35F996}"/>
              </a:ext>
            </a:extLst>
          </p:cNvPr>
          <p:cNvSpPr txBox="1"/>
          <p:nvPr/>
        </p:nvSpPr>
        <p:spPr>
          <a:xfrm>
            <a:off x="501652" y="280000"/>
            <a:ext cx="11188700" cy="3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2400" b="1">
                <a:solidFill>
                  <a:prstClr val="black"/>
                </a:solidFill>
                <a:latin typeface="Calibri"/>
              </a:rPr>
              <a:t>SIT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lang="en-US" sz="2400" b="1">
                <a:solidFill>
                  <a:prstClr val="black"/>
                </a:solidFill>
                <a:latin typeface="Calibri"/>
              </a:rPr>
              <a:t>Execution Status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Report | 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srgbClr val="00827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Executive Summary</a:t>
            </a:r>
          </a:p>
        </p:txBody>
      </p:sp>
      <p:sp>
        <p:nvSpPr>
          <p:cNvPr id="14" name="AsOf">
            <a:extLst>
              <a:ext uri="{FF2B5EF4-FFF2-40B4-BE49-F238E27FC236}">
                <a16:creationId xmlns:a16="http://schemas.microsoft.com/office/drawing/2014/main" id="{3BADCF61-8843-CACB-D4A9-361363446042}"/>
              </a:ext>
            </a:extLst>
          </p:cNvPr>
          <p:cNvSpPr txBox="1"/>
          <p:nvPr/>
        </p:nvSpPr>
        <p:spPr>
          <a:xfrm>
            <a:off x="501652" y="680000"/>
            <a:ext cx="11188700" cy="26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lvl="0">
              <a:defRPr/>
            </a:pPr>
            <a:r>
              <a:rPr lang="en-US" sz="1200" b="1" u="sng" dirty="0">
                <a:solidFill>
                  <a:srgbClr val="313131"/>
                </a:solidFill>
              </a:rPr>
              <a:t>As-of: {{Date}}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D21E322-FD16-698F-4E8E-A2C22B6AD423}"/>
              </a:ext>
            </a:extLst>
          </p:cNvPr>
          <p:cNvSpPr txBox="1"/>
          <p:nvPr/>
        </p:nvSpPr>
        <p:spPr>
          <a:xfrm>
            <a:off x="366668" y="6024736"/>
            <a:ext cx="6160405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800" dirty="0">
                <a:solidFill>
                  <a:srgbClr val="313131"/>
                </a:solidFill>
              </a:rPr>
              <a:t>*Test case planning and ADO upload is in progress; cases will be added to ADO in alignment with test execution window.</a:t>
            </a:r>
            <a:endParaRPr lang="en-US" sz="800" dirty="0"/>
          </a:p>
        </p:txBody>
      </p:sp>
      <p:sp>
        <p:nvSpPr>
          <p:cNvPr id="27" name="NarrLeft">
            <a:extLst>
              <a:ext uri="{FF2B5EF4-FFF2-40B4-BE49-F238E27FC236}">
                <a16:creationId xmlns:a16="http://schemas.microsoft.com/office/drawing/2014/main" id="{4A25FA09-209E-0831-0B89-5B8FBD195A77}"/>
              </a:ext>
            </a:extLst>
          </p:cNvPr>
          <p:cNvSpPr txBox="1"/>
          <p:nvPr/>
        </p:nvSpPr>
        <p:spPr>
          <a:xfrm>
            <a:off x="6396209" y="2716857"/>
            <a:ext cx="5405798" cy="3223773"/>
          </a:xfrm>
          <a:prstGeom prst="rect">
            <a:avLst/>
          </a:prstGeom>
          <a:solidFill>
            <a:srgbClr val="F7F7F7"/>
          </a:solidFill>
          <a:ln w="12700">
            <a:solidFill>
              <a:srgbClr val="CCCCCC"/>
            </a:solidFill>
          </a:ln>
        </p:spPr>
        <p:txBody>
          <a:bodyPr wrap="square" lIns="182880" tIns="182880" rIns="182880" bIns="182880" anchor="t"/>
          <a:lstStyle/>
          <a:p>
            <a:pPr marL="0" indent="0">
              <a:lnSpc>
                <a:spcPct val="115000"/>
              </a:lnSpc>
              <a:spcBef>
                <a:spcPts val="300"/>
              </a:spcBef>
            </a:pPr>
            <a:endParaRPr lang="en-US" sz="1000" b="0">
              <a:solidFill>
                <a:srgbClr val="333333"/>
              </a:solidFill>
              <a:latin typeface="Calibri"/>
            </a:endParaRPr>
          </a:p>
        </p:txBody>
      </p:sp>
      <p:sp>
        <p:nvSpPr>
          <p:cNvPr id="28" name="NarrHeader">
            <a:extLst>
              <a:ext uri="{FF2B5EF4-FFF2-40B4-BE49-F238E27FC236}">
                <a16:creationId xmlns:a16="http://schemas.microsoft.com/office/drawing/2014/main" id="{3DF8CFDF-5033-6E84-FC61-C280BEDF2E37}"/>
              </a:ext>
            </a:extLst>
          </p:cNvPr>
          <p:cNvSpPr txBox="1"/>
          <p:nvPr/>
        </p:nvSpPr>
        <p:spPr>
          <a:xfrm>
            <a:off x="6397891" y="2414275"/>
            <a:ext cx="2209088" cy="30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r>
              <a:rPr lang="en-US" sz="1200" b="1">
                <a:solidFill>
                  <a:srgbClr val="007680"/>
                </a:solidFill>
                <a:latin typeface="Calibri"/>
              </a:rPr>
              <a:t>Test Case and Defect Breakdown</a:t>
            </a:r>
          </a:p>
        </p:txBody>
      </p:sp>
      <p:graphicFrame>
        <p:nvGraphicFramePr>
          <p:cNvPr id="52" name="WorkstreamSummary">
            <a:extLst>
              <a:ext uri="{FF2B5EF4-FFF2-40B4-BE49-F238E27FC236}">
                <a16:creationId xmlns:a16="http://schemas.microsoft.com/office/drawing/2014/main" id="{EE2634A9-121F-87F6-65CC-9E3D03E98AD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8263084"/>
              </p:ext>
            </p:extLst>
          </p:nvPr>
        </p:nvGraphicFramePr>
        <p:xfrm>
          <a:off x="6527074" y="2852056"/>
          <a:ext cx="5163863" cy="295239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0182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3356">
                  <a:extLst>
                    <a:ext uri="{9D8B030D-6E8A-4147-A177-3AD203B41FA5}">
                      <a16:colId xmlns:a16="http://schemas.microsoft.com/office/drawing/2014/main" val="3657914926"/>
                    </a:ext>
                  </a:extLst>
                </a:gridCol>
                <a:gridCol w="557600">
                  <a:extLst>
                    <a:ext uri="{9D8B030D-6E8A-4147-A177-3AD203B41FA5}">
                      <a16:colId xmlns:a16="http://schemas.microsoft.com/office/drawing/2014/main" val="3775692062"/>
                    </a:ext>
                  </a:extLst>
                </a:gridCol>
                <a:gridCol w="460627">
                  <a:extLst>
                    <a:ext uri="{9D8B030D-6E8A-4147-A177-3AD203B41FA5}">
                      <a16:colId xmlns:a16="http://schemas.microsoft.com/office/drawing/2014/main" val="3289360789"/>
                    </a:ext>
                  </a:extLst>
                </a:gridCol>
                <a:gridCol w="412139">
                  <a:extLst>
                    <a:ext uri="{9D8B030D-6E8A-4147-A177-3AD203B41FA5}">
                      <a16:colId xmlns:a16="http://schemas.microsoft.com/office/drawing/2014/main" val="2650012367"/>
                    </a:ext>
                  </a:extLst>
                </a:gridCol>
                <a:gridCol w="412139">
                  <a:extLst>
                    <a:ext uri="{9D8B030D-6E8A-4147-A177-3AD203B41FA5}">
                      <a16:colId xmlns:a16="http://schemas.microsoft.com/office/drawing/2014/main" val="4185109620"/>
                    </a:ext>
                  </a:extLst>
                </a:gridCol>
                <a:gridCol w="4121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12139">
                  <a:extLst>
                    <a:ext uri="{9D8B030D-6E8A-4147-A177-3AD203B41FA5}">
                      <a16:colId xmlns:a16="http://schemas.microsoft.com/office/drawing/2014/main" val="2472809960"/>
                    </a:ext>
                  </a:extLst>
                </a:gridCol>
                <a:gridCol w="517815">
                  <a:extLst>
                    <a:ext uri="{9D8B030D-6E8A-4147-A177-3AD203B41FA5}">
                      <a16:colId xmlns:a16="http://schemas.microsoft.com/office/drawing/2014/main" val="881928816"/>
                    </a:ext>
                  </a:extLst>
                </a:gridCol>
                <a:gridCol w="42768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72267">
                <a:tc gridSpan="10">
                  <a:txBody>
                    <a:bodyPr/>
                    <a:lstStyle/>
                    <a:p>
                      <a:pPr algn="ctr"/>
                      <a:r>
                        <a:rPr lang="en-US" sz="900" b="1">
                          <a:solidFill>
                            <a:srgbClr val="FFFFFF"/>
                          </a:solidFill>
                          <a:latin typeface="Calibri"/>
                        </a:rPr>
                        <a:t>Review Summary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27432" marR="27432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27432" marR="27432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27432" marR="27432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27432" marR="27432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27432" marR="27432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27432" marR="27432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27432" marR="27432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27432" marR="27432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0334"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313131"/>
                          </a:solidFill>
                          <a:latin typeface="Calibri"/>
                        </a:rPr>
                        <a:t>Workstreams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313131"/>
                          </a:solidFill>
                          <a:latin typeface="Calibri"/>
                        </a:rPr>
                        <a:t>Planned*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800" b="1" kern="1200">
                          <a:solidFill>
                            <a:srgbClr val="313131"/>
                          </a:solidFill>
                          <a:latin typeface="Calibri"/>
                          <a:ea typeface="+mn-ea"/>
                          <a:cs typeface="+mn-cs"/>
                        </a:rPr>
                        <a:t>Executed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800" b="1" kern="1200">
                          <a:solidFill>
                            <a:srgbClr val="313131"/>
                          </a:solidFill>
                          <a:latin typeface="Calibri"/>
                          <a:ea typeface="+mn-ea"/>
                          <a:cs typeface="+mn-cs"/>
                        </a:rPr>
                        <a:t>Exec %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313131"/>
                          </a:solidFill>
                          <a:latin typeface="Calibri"/>
                        </a:rPr>
                        <a:t>Passed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313131"/>
                          </a:solidFill>
                          <a:latin typeface="Calibri"/>
                        </a:rPr>
                        <a:t>Pass %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313131"/>
                          </a:solidFill>
                          <a:latin typeface="Calibri"/>
                        </a:rPr>
                        <a:t>Failed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313131"/>
                          </a:solidFill>
                          <a:latin typeface="Calibri"/>
                        </a:rPr>
                        <a:t>Fail %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800" b="1" dirty="0">
                          <a:solidFill>
                            <a:srgbClr val="313131"/>
                          </a:solidFill>
                          <a:latin typeface="Calibri"/>
                        </a:rPr>
                        <a:t>In Progress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solidFill>
                            <a:srgbClr val="313131"/>
                          </a:solidFill>
                          <a:latin typeface="Calibri"/>
                        </a:rPr>
                        <a:t>Open Defects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8401"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latin typeface="Calibri"/>
                        </a:rPr>
                        <a:t>PDM - Cursory</a:t>
                      </a:r>
                    </a:p>
                  </a:txBody>
                  <a:tcPr marL="27432" marR="27432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{{PDMCTTC}}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{{PDMCETC}}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{{PDMCEP}}%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{{PDMCPTC}}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{{PDMCPP}}%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{{PDMCFTC}}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{{PDMCFP}}%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{{PDMCIPTC}}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dirty="0">
                          <a:latin typeface="+mn-lt"/>
                        </a:rPr>
                        <a:t>{{PDMCURSORYDEFOPEN}}</a:t>
                      </a:r>
                    </a:p>
                  </a:txBody>
                  <a:tcPr marL="27432" marR="27432" anchor="ctr"/>
                </a:tc>
                <a:extLst>
                  <a:ext uri="{0D108BD9-81ED-4DB2-BD59-A6C34878D82A}">
                    <a16:rowId xmlns:a16="http://schemas.microsoft.com/office/drawing/2014/main" val="3191323699"/>
                  </a:ext>
                </a:extLst>
              </a:tr>
              <a:tr h="408401"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latin typeface="Calibri"/>
                        </a:rPr>
                        <a:t>PDM - SIT</a:t>
                      </a:r>
                    </a:p>
                  </a:txBody>
                  <a:tcPr marL="27432" marR="27432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{{PDMSITTC}}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{{PDMSITETC}}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{{PDMSITEP}}%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{{PDMSITPTC}}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{{PDMSITPP}}%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{{PDMSITFTC}}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{{PDMSITFP}}%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{{PDMSITIPTC}}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dirty="0">
                          <a:latin typeface="+mn-lt"/>
                        </a:rPr>
                        <a:t>{{PDMSITDEFOPEN}}</a:t>
                      </a:r>
                    </a:p>
                  </a:txBody>
                  <a:tcPr marL="27432" marR="27432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8401"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latin typeface="Calibri"/>
                        </a:rPr>
                        <a:t>2026 Benefits - SIT</a:t>
                      </a:r>
                    </a:p>
                  </a:txBody>
                  <a:tcPr marL="27432" marR="27432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{{ACTIVEBENTTC}}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{{ACTIVEBENETC}}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{{ACTIVEBENEP}}%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{{ACTIVEBENPTC}}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{{ACTIVEBENPP}}%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{{ACTIVEBENFTC}}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{{ACTIVEBENFP}}%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{{ACTIVEBENIPTC}}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dirty="0">
                          <a:latin typeface="+mn-lt"/>
                        </a:rPr>
                        <a:t>{{ACTIVEBENB}}</a:t>
                      </a:r>
                    </a:p>
                  </a:txBody>
                  <a:tcPr marL="27432" marR="27432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8401"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latin typeface="Calibri"/>
                        </a:rPr>
                        <a:t>Enrollment - SIT</a:t>
                      </a:r>
                    </a:p>
                  </a:txBody>
                  <a:tcPr marL="27432" marR="27432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{{ENROTTC}}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{{ENROETC}}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{{ENROEP}}%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{{ENROPTC}}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{{ENROPP}}%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{{ENROFTC}}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{{ENROFP}}%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{{ENROIPTC}}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>
                          <a:latin typeface="+mn-lt"/>
                        </a:rPr>
                        <a:t>{{ENROB}}</a:t>
                      </a:r>
                    </a:p>
                  </a:txBody>
                  <a:tcPr marL="27432" marR="27432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8401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800" b="1">
                          <a:latin typeface="Calibri"/>
                        </a:rPr>
                        <a:t>EDI - SIT</a:t>
                      </a:r>
                    </a:p>
                  </a:txBody>
                  <a:tcPr marL="27432" marR="27432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{{EDITTC}}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{{EDIETC}}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{{EDIEP}}%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{{EDIPTC}}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{{EDIPP}}%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{{EDIFTC}}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{{EDIFP}}%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{{EDIIPTC}}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dirty="0">
                          <a:latin typeface="+mn-lt"/>
                        </a:rPr>
                        <a:t>{{EDIB}}</a:t>
                      </a:r>
                    </a:p>
                  </a:txBody>
                  <a:tcPr marL="27432" marR="27432" anchor="ctr"/>
                </a:tc>
                <a:extLst>
                  <a:ext uri="{0D108BD9-81ED-4DB2-BD59-A6C34878D82A}">
                    <a16:rowId xmlns:a16="http://schemas.microsoft.com/office/drawing/2014/main" val="940687559"/>
                  </a:ext>
                </a:extLst>
              </a:tr>
              <a:tr h="297792"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Calibri"/>
                        </a:rPr>
                        <a:t>Grand Total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chemeClr val="bg1"/>
                          </a:solidFill>
                          <a:latin typeface="+mn-lt"/>
                        </a:rPr>
                        <a:t>{{TTC}}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chemeClr val="bg1"/>
                          </a:solidFill>
                          <a:latin typeface="+mn-lt"/>
                        </a:rPr>
                        <a:t>{{ETC}}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chemeClr val="bg1"/>
                          </a:solidFill>
                          <a:latin typeface="+mn-lt"/>
                        </a:rPr>
                        <a:t>{{EP}}%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chemeClr val="bg1"/>
                          </a:solidFill>
                          <a:latin typeface="+mn-lt"/>
                        </a:rPr>
                        <a:t>{{PTC}}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chemeClr val="bg1"/>
                          </a:solidFill>
                          <a:latin typeface="+mn-lt"/>
                        </a:rPr>
                        <a:t>{{PP}}%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chemeClr val="bg1"/>
                          </a:solidFill>
                          <a:latin typeface="+mn-lt"/>
                        </a:rPr>
                        <a:t>{{FTC}}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chemeClr val="bg1"/>
                          </a:solidFill>
                          <a:latin typeface="+mn-lt"/>
                        </a:rPr>
                        <a:t>{{FP}}%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chemeClr val="bg1"/>
                          </a:solidFill>
                          <a:latin typeface="+mn-lt"/>
                        </a:rPr>
                        <a:t>{{IPTC}}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bg1"/>
                          </a:solidFill>
                          <a:latin typeface="+mn-lt"/>
                        </a:rPr>
                        <a:t>{{TB}}</a:t>
                      </a:r>
                      <a:endParaRPr lang="en-US" dirty="0"/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EA96CAB9-1357-C066-3A53-B0C34DEC314A}"/>
              </a:ext>
            </a:extLst>
          </p:cNvPr>
          <p:cNvSpPr txBox="1"/>
          <p:nvPr/>
        </p:nvSpPr>
        <p:spPr>
          <a:xfrm>
            <a:off x="376244" y="6146737"/>
            <a:ext cx="5719756" cy="69249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800" b="1" dirty="0">
                <a:solidFill>
                  <a:srgbClr val="313131"/>
                </a:solidFill>
              </a:rPr>
              <a:t>Executed</a:t>
            </a:r>
            <a:r>
              <a:rPr lang="en-US" sz="800" dirty="0">
                <a:solidFill>
                  <a:srgbClr val="313131"/>
                </a:solidFill>
              </a:rPr>
              <a:t> — The test case has been run at least once; a result has been recorded (regardless of outcome).</a:t>
            </a:r>
          </a:p>
          <a:p>
            <a:r>
              <a:rPr lang="en-US" sz="800" b="1" dirty="0">
                <a:solidFill>
                  <a:srgbClr val="313131"/>
                </a:solidFill>
              </a:rPr>
              <a:t>Passed</a:t>
            </a:r>
            <a:r>
              <a:rPr lang="en-US" sz="800" dirty="0">
                <a:solidFill>
                  <a:srgbClr val="313131"/>
                </a:solidFill>
              </a:rPr>
              <a:t> — The test case was executed and all steps/assertions met the expected results successfully.</a:t>
            </a:r>
          </a:p>
          <a:p>
            <a:r>
              <a:rPr lang="en-US" sz="800" b="1" dirty="0">
                <a:solidFill>
                  <a:srgbClr val="313131"/>
                </a:solidFill>
              </a:rPr>
              <a:t>Failed</a:t>
            </a:r>
            <a:r>
              <a:rPr lang="en-US" sz="800" dirty="0">
                <a:solidFill>
                  <a:srgbClr val="313131"/>
                </a:solidFill>
              </a:rPr>
              <a:t> — The test case was executed but one or more steps/assertions did not match the expected results, indicating a defect or issue.</a:t>
            </a:r>
          </a:p>
          <a:p>
            <a:r>
              <a:rPr lang="en-US" sz="800" b="1" dirty="0">
                <a:solidFill>
                  <a:srgbClr val="313131"/>
                </a:solidFill>
              </a:rPr>
              <a:t>In Progress </a:t>
            </a:r>
            <a:r>
              <a:rPr lang="en-US" sz="800" dirty="0">
                <a:solidFill>
                  <a:srgbClr val="313131"/>
                </a:solidFill>
              </a:rPr>
              <a:t>– The test case is currently in-progress awaiting to clear pending dependencies </a:t>
            </a:r>
          </a:p>
          <a:p>
            <a:pPr>
              <a:spcBef>
                <a:spcPts val="600"/>
              </a:spcBef>
              <a:buSzPct val="100000"/>
            </a:pPr>
            <a:endParaRPr lang="en-US" sz="800" dirty="0">
              <a:solidFill>
                <a:srgbClr val="313131"/>
              </a:solidFill>
            </a:endParaRPr>
          </a:p>
        </p:txBody>
      </p:sp>
      <p:sp>
        <p:nvSpPr>
          <p:cNvPr id="26" name="StatBox1">
            <a:extLst>
              <a:ext uri="{FF2B5EF4-FFF2-40B4-BE49-F238E27FC236}">
                <a16:creationId xmlns:a16="http://schemas.microsoft.com/office/drawing/2014/main" id="{99D07C76-B78A-0AE6-9F5B-2EBA09200CF4}"/>
              </a:ext>
            </a:extLst>
          </p:cNvPr>
          <p:cNvSpPr>
            <a:spLocks noGrp="1" noChangeAspect="1"/>
          </p:cNvSpPr>
          <p:nvPr/>
        </p:nvSpPr>
        <p:spPr>
          <a:xfrm>
            <a:off x="350597" y="1461008"/>
            <a:ext cx="1723995" cy="891136"/>
          </a:xfrm>
          <a:prstGeom prst="rect">
            <a:avLst/>
          </a:prstGeom>
          <a:solidFill>
            <a:srgbClr val="F0FAFA"/>
          </a:solidFill>
          <a:ln w="19050">
            <a:solidFill>
              <a:srgbClr val="00768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9" name="Stat1Num">
            <a:extLst>
              <a:ext uri="{FF2B5EF4-FFF2-40B4-BE49-F238E27FC236}">
                <a16:creationId xmlns:a16="http://schemas.microsoft.com/office/drawing/2014/main" id="{23AD6140-4D03-1877-22EA-E129D493E908}"/>
              </a:ext>
            </a:extLst>
          </p:cNvPr>
          <p:cNvSpPr txBox="1">
            <a:spLocks noChangeAspect="1"/>
          </p:cNvSpPr>
          <p:nvPr/>
        </p:nvSpPr>
        <p:spPr>
          <a:xfrm>
            <a:off x="347542" y="1568438"/>
            <a:ext cx="1735119" cy="510955"/>
          </a:xfrm>
          <a:prstGeom prst="rect">
            <a:avLst/>
          </a:prstGeom>
          <a:noFill/>
        </p:spPr>
        <p:txBody>
          <a:bodyPr wrap="square" lIns="91440" tIns="0" rIns="91440" bIns="0" anchor="ctr"/>
          <a:lstStyle/>
          <a:p>
            <a:pPr algn="ctr"/>
            <a:r>
              <a:rPr lang="en-US" sz="4800" b="1" dirty="0">
                <a:solidFill>
                  <a:srgbClr val="007680"/>
                </a:solidFill>
              </a:rPr>
              <a:t>{{TTC}}*</a:t>
            </a:r>
            <a:endParaRPr lang="en-US" sz="4800" b="1" baseline="30000" dirty="0">
              <a:solidFill>
                <a:srgbClr val="007680"/>
              </a:solidFill>
            </a:endParaRPr>
          </a:p>
        </p:txBody>
      </p:sp>
      <p:sp>
        <p:nvSpPr>
          <p:cNvPr id="33" name="Stat1Lbl">
            <a:extLst>
              <a:ext uri="{FF2B5EF4-FFF2-40B4-BE49-F238E27FC236}">
                <a16:creationId xmlns:a16="http://schemas.microsoft.com/office/drawing/2014/main" id="{6A6015CF-3978-00B4-DDA9-6B3ED3FB61D3}"/>
              </a:ext>
            </a:extLst>
          </p:cNvPr>
          <p:cNvSpPr txBox="1">
            <a:spLocks noChangeAspect="1"/>
          </p:cNvSpPr>
          <p:nvPr/>
        </p:nvSpPr>
        <p:spPr>
          <a:xfrm>
            <a:off x="350597" y="2120091"/>
            <a:ext cx="1723997" cy="233528"/>
          </a:xfrm>
          <a:prstGeom prst="rect">
            <a:avLst/>
          </a:prstGeom>
          <a:noFill/>
        </p:spPr>
        <p:txBody>
          <a:bodyPr wrap="square" lIns="91440" tIns="0" rIns="91440" bIns="0" anchor="t"/>
          <a:lstStyle/>
          <a:p>
            <a:pPr algn="ctr"/>
            <a:r>
              <a:rPr lang="en-US" sz="1000" b="1">
                <a:solidFill>
                  <a:srgbClr val="444444"/>
                </a:solidFill>
                <a:latin typeface="Calibri"/>
              </a:rPr>
              <a:t>Total Test Cases</a:t>
            </a:r>
          </a:p>
        </p:txBody>
      </p:sp>
      <p:sp>
        <p:nvSpPr>
          <p:cNvPr id="34" name="StatBox2">
            <a:extLst>
              <a:ext uri="{FF2B5EF4-FFF2-40B4-BE49-F238E27FC236}">
                <a16:creationId xmlns:a16="http://schemas.microsoft.com/office/drawing/2014/main" id="{ADCE0457-7EF0-A291-CAF7-184C3CD6CE93}"/>
              </a:ext>
            </a:extLst>
          </p:cNvPr>
          <p:cNvSpPr>
            <a:spLocks noGrp="1"/>
          </p:cNvSpPr>
          <p:nvPr/>
        </p:nvSpPr>
        <p:spPr>
          <a:xfrm>
            <a:off x="4203523" y="1459534"/>
            <a:ext cx="1728216" cy="886968"/>
          </a:xfrm>
          <a:prstGeom prst="rect">
            <a:avLst/>
          </a:prstGeom>
          <a:solidFill>
            <a:srgbClr val="F0FAF2"/>
          </a:solidFill>
          <a:ln w="19050">
            <a:solidFill>
              <a:srgbClr val="00AA5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5" name="Stat2Num">
            <a:extLst>
              <a:ext uri="{FF2B5EF4-FFF2-40B4-BE49-F238E27FC236}">
                <a16:creationId xmlns:a16="http://schemas.microsoft.com/office/drawing/2014/main" id="{140DF3D2-B158-FCC3-3217-402F4E05B2D0}"/>
              </a:ext>
            </a:extLst>
          </p:cNvPr>
          <p:cNvSpPr txBox="1"/>
          <p:nvPr/>
        </p:nvSpPr>
        <p:spPr>
          <a:xfrm>
            <a:off x="4203523" y="1559531"/>
            <a:ext cx="1735120" cy="511801"/>
          </a:xfrm>
          <a:prstGeom prst="rect">
            <a:avLst/>
          </a:prstGeom>
          <a:noFill/>
        </p:spPr>
        <p:txBody>
          <a:bodyPr wrap="square" lIns="91440" tIns="0" rIns="91440" bIns="0" anchor="ctr"/>
          <a:lstStyle/>
          <a:p>
            <a:pPr algn="ctr"/>
            <a:r>
              <a:rPr lang="en-US" sz="4800" b="1">
                <a:solidFill>
                  <a:srgbClr val="00AA55"/>
                </a:solidFill>
                <a:ea typeface="Calibri"/>
                <a:cs typeface="Calibri"/>
              </a:rPr>
              <a:t>{{PTC}}</a:t>
            </a:r>
          </a:p>
        </p:txBody>
      </p:sp>
      <p:sp>
        <p:nvSpPr>
          <p:cNvPr id="36" name="Stat2Lbl">
            <a:extLst>
              <a:ext uri="{FF2B5EF4-FFF2-40B4-BE49-F238E27FC236}">
                <a16:creationId xmlns:a16="http://schemas.microsoft.com/office/drawing/2014/main" id="{D60C9933-0CA7-4B03-D1F8-F76BF8812620}"/>
              </a:ext>
            </a:extLst>
          </p:cNvPr>
          <p:cNvSpPr txBox="1"/>
          <p:nvPr/>
        </p:nvSpPr>
        <p:spPr>
          <a:xfrm>
            <a:off x="4202715" y="2109225"/>
            <a:ext cx="1730273" cy="255901"/>
          </a:xfrm>
          <a:prstGeom prst="rect">
            <a:avLst/>
          </a:prstGeom>
          <a:noFill/>
        </p:spPr>
        <p:txBody>
          <a:bodyPr wrap="square" lIns="91440" tIns="0" rIns="91440" bIns="0" anchor="t"/>
          <a:lstStyle/>
          <a:p>
            <a:pPr algn="ctr"/>
            <a:r>
              <a:rPr lang="en-US" sz="1000" b="1">
                <a:solidFill>
                  <a:srgbClr val="444444"/>
                </a:solidFill>
                <a:latin typeface="Calibri"/>
              </a:rPr>
              <a:t>Passed ({{PP}}%)</a:t>
            </a:r>
          </a:p>
        </p:txBody>
      </p:sp>
      <p:sp>
        <p:nvSpPr>
          <p:cNvPr id="37" name="StatBox3">
            <a:extLst>
              <a:ext uri="{FF2B5EF4-FFF2-40B4-BE49-F238E27FC236}">
                <a16:creationId xmlns:a16="http://schemas.microsoft.com/office/drawing/2014/main" id="{7E6BF14B-91CB-E9B6-FD42-553A467DEC7F}"/>
              </a:ext>
            </a:extLst>
          </p:cNvPr>
          <p:cNvSpPr>
            <a:spLocks noGrp="1"/>
          </p:cNvSpPr>
          <p:nvPr/>
        </p:nvSpPr>
        <p:spPr>
          <a:xfrm>
            <a:off x="6143661" y="1459534"/>
            <a:ext cx="1728216" cy="886968"/>
          </a:xfrm>
          <a:prstGeom prst="rect">
            <a:avLst/>
          </a:prstGeom>
          <a:solidFill>
            <a:srgbClr val="FFF2F2"/>
          </a:solidFill>
          <a:ln w="19050">
            <a:solidFill>
              <a:srgbClr val="CC333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8" name="Stat3Num">
            <a:extLst>
              <a:ext uri="{FF2B5EF4-FFF2-40B4-BE49-F238E27FC236}">
                <a16:creationId xmlns:a16="http://schemas.microsoft.com/office/drawing/2014/main" id="{C460BBE5-6FF9-1801-3054-B7925A291984}"/>
              </a:ext>
            </a:extLst>
          </p:cNvPr>
          <p:cNvSpPr txBox="1"/>
          <p:nvPr/>
        </p:nvSpPr>
        <p:spPr>
          <a:xfrm>
            <a:off x="6148521" y="1551039"/>
            <a:ext cx="1730260" cy="511801"/>
          </a:xfrm>
          <a:prstGeom prst="rect">
            <a:avLst/>
          </a:prstGeom>
          <a:noFill/>
        </p:spPr>
        <p:txBody>
          <a:bodyPr wrap="square" lIns="91440" tIns="0" rIns="91440" bIns="0" anchor="ctr"/>
          <a:lstStyle/>
          <a:p>
            <a:pPr algn="ctr"/>
            <a:r>
              <a:rPr lang="en-US" sz="4800" b="1">
                <a:solidFill>
                  <a:srgbClr val="CC3333"/>
                </a:solidFill>
                <a:ea typeface="Calibri"/>
                <a:cs typeface="Calibri"/>
              </a:rPr>
              <a:t>{{FTC}}</a:t>
            </a:r>
          </a:p>
        </p:txBody>
      </p:sp>
      <p:sp>
        <p:nvSpPr>
          <p:cNvPr id="39" name="Stat3Lbl">
            <a:extLst>
              <a:ext uri="{FF2B5EF4-FFF2-40B4-BE49-F238E27FC236}">
                <a16:creationId xmlns:a16="http://schemas.microsoft.com/office/drawing/2014/main" id="{83033A1F-7611-EB65-BFE3-BF9920E39A94}"/>
              </a:ext>
            </a:extLst>
          </p:cNvPr>
          <p:cNvSpPr txBox="1"/>
          <p:nvPr/>
        </p:nvSpPr>
        <p:spPr>
          <a:xfrm>
            <a:off x="6151576" y="2122785"/>
            <a:ext cx="1730260" cy="246777"/>
          </a:xfrm>
          <a:prstGeom prst="rect">
            <a:avLst/>
          </a:prstGeom>
          <a:noFill/>
        </p:spPr>
        <p:txBody>
          <a:bodyPr wrap="square" lIns="91440" tIns="0" rIns="91440" bIns="0" anchor="t"/>
          <a:lstStyle/>
          <a:p>
            <a:pPr algn="ctr"/>
            <a:r>
              <a:rPr lang="en-US" sz="1000" b="1">
                <a:solidFill>
                  <a:srgbClr val="444444"/>
                </a:solidFill>
                <a:latin typeface="Calibri"/>
              </a:rPr>
              <a:t>Failed ({{FP}}%)</a:t>
            </a:r>
          </a:p>
        </p:txBody>
      </p:sp>
      <p:sp>
        <p:nvSpPr>
          <p:cNvPr id="43" name="StatBox4">
            <a:extLst>
              <a:ext uri="{FF2B5EF4-FFF2-40B4-BE49-F238E27FC236}">
                <a16:creationId xmlns:a16="http://schemas.microsoft.com/office/drawing/2014/main" id="{89B73705-04BD-B75C-57CF-9ECDC19137A6}"/>
              </a:ext>
            </a:extLst>
          </p:cNvPr>
          <p:cNvSpPr>
            <a:spLocks noGrp="1"/>
          </p:cNvSpPr>
          <p:nvPr/>
        </p:nvSpPr>
        <p:spPr>
          <a:xfrm>
            <a:off x="10026991" y="1466651"/>
            <a:ext cx="1728216" cy="886968"/>
          </a:xfrm>
          <a:prstGeom prst="rect">
            <a:avLst/>
          </a:prstGeom>
          <a:solidFill>
            <a:srgbClr val="FFF8F0"/>
          </a:solidFill>
          <a:ln w="19050">
            <a:solidFill>
              <a:srgbClr val="E0700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4" name="Stat4Num">
            <a:extLst>
              <a:ext uri="{FF2B5EF4-FFF2-40B4-BE49-F238E27FC236}">
                <a16:creationId xmlns:a16="http://schemas.microsoft.com/office/drawing/2014/main" id="{EDF03EF3-9B1E-4916-6594-E140C2B54504}"/>
              </a:ext>
            </a:extLst>
          </p:cNvPr>
          <p:cNvSpPr txBox="1"/>
          <p:nvPr/>
        </p:nvSpPr>
        <p:spPr>
          <a:xfrm>
            <a:off x="10023937" y="1556722"/>
            <a:ext cx="1717429" cy="509929"/>
          </a:xfrm>
          <a:prstGeom prst="rect">
            <a:avLst/>
          </a:prstGeom>
          <a:noFill/>
        </p:spPr>
        <p:txBody>
          <a:bodyPr wrap="square" lIns="91440" tIns="0" rIns="91440" bIns="0" anchor="ctr"/>
          <a:lstStyle/>
          <a:p>
            <a:pPr algn="ctr"/>
            <a:r>
              <a:rPr lang="en-US" sz="4800" b="1">
                <a:solidFill>
                  <a:srgbClr val="E07000"/>
                </a:solidFill>
                <a:ea typeface="Calibri"/>
                <a:cs typeface="Calibri"/>
              </a:rPr>
              <a:t>{{TB}}</a:t>
            </a:r>
          </a:p>
        </p:txBody>
      </p:sp>
      <p:sp>
        <p:nvSpPr>
          <p:cNvPr id="45" name="Stat4Lbl">
            <a:extLst>
              <a:ext uri="{FF2B5EF4-FFF2-40B4-BE49-F238E27FC236}">
                <a16:creationId xmlns:a16="http://schemas.microsoft.com/office/drawing/2014/main" id="{A236E7EF-8E9C-6470-792F-D6C0DFD6951E}"/>
              </a:ext>
            </a:extLst>
          </p:cNvPr>
          <p:cNvSpPr txBox="1"/>
          <p:nvPr/>
        </p:nvSpPr>
        <p:spPr>
          <a:xfrm>
            <a:off x="10037630" y="2118575"/>
            <a:ext cx="1717429" cy="245874"/>
          </a:xfrm>
          <a:prstGeom prst="rect">
            <a:avLst/>
          </a:prstGeom>
          <a:noFill/>
        </p:spPr>
        <p:txBody>
          <a:bodyPr wrap="square" lIns="91440" tIns="0" rIns="91440" bIns="0" anchor="t"/>
          <a:lstStyle/>
          <a:p>
            <a:pPr algn="ctr"/>
            <a:r>
              <a:rPr lang="en-US" sz="1000" b="1">
                <a:solidFill>
                  <a:srgbClr val="444444"/>
                </a:solidFill>
                <a:latin typeface="Calibri"/>
              </a:rPr>
              <a:t>Open Defects</a:t>
            </a:r>
          </a:p>
        </p:txBody>
      </p:sp>
      <p:sp>
        <p:nvSpPr>
          <p:cNvPr id="46" name="StatBox3">
            <a:extLst>
              <a:ext uri="{FF2B5EF4-FFF2-40B4-BE49-F238E27FC236}">
                <a16:creationId xmlns:a16="http://schemas.microsoft.com/office/drawing/2014/main" id="{80E9E55F-0CEC-90AF-EC57-7C6FB1593F69}"/>
              </a:ext>
            </a:extLst>
          </p:cNvPr>
          <p:cNvSpPr>
            <a:spLocks noGrp="1"/>
          </p:cNvSpPr>
          <p:nvPr/>
        </p:nvSpPr>
        <p:spPr>
          <a:xfrm>
            <a:off x="2276656" y="1459534"/>
            <a:ext cx="1728216" cy="886968"/>
          </a:xfrm>
          <a:prstGeom prst="rect">
            <a:avLst/>
          </a:prstGeom>
          <a:solidFill>
            <a:srgbClr val="E8E9ED"/>
          </a:solidFill>
          <a:ln w="19050">
            <a:solidFill>
              <a:schemeClr val="tx2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7" name="Stat3Num">
            <a:extLst>
              <a:ext uri="{FF2B5EF4-FFF2-40B4-BE49-F238E27FC236}">
                <a16:creationId xmlns:a16="http://schemas.microsoft.com/office/drawing/2014/main" id="{6D6873E7-420A-807B-C4AC-5CA86A4CDA28}"/>
              </a:ext>
            </a:extLst>
          </p:cNvPr>
          <p:cNvSpPr txBox="1"/>
          <p:nvPr/>
        </p:nvSpPr>
        <p:spPr>
          <a:xfrm>
            <a:off x="2274412" y="1552017"/>
            <a:ext cx="1728511" cy="511637"/>
          </a:xfrm>
          <a:prstGeom prst="rect">
            <a:avLst/>
          </a:prstGeom>
          <a:noFill/>
        </p:spPr>
        <p:txBody>
          <a:bodyPr wrap="square" lIns="91440" tIns="0" rIns="91440" bIns="0" anchor="ctr"/>
          <a:lstStyle/>
          <a:p>
            <a:pPr algn="ctr"/>
            <a:r>
              <a:rPr lang="en-US" sz="4800" b="1">
                <a:ln>
                  <a:solidFill>
                    <a:schemeClr val="tx2"/>
                  </a:solidFill>
                </a:ln>
                <a:solidFill>
                  <a:schemeClr val="tx2"/>
                </a:solidFill>
                <a:ea typeface="Calibri"/>
                <a:cs typeface="Calibri"/>
              </a:rPr>
              <a:t>{{ETC}}</a:t>
            </a:r>
            <a:endParaRPr lang="en-US" sz="4800" b="1">
              <a:ln>
                <a:solidFill>
                  <a:srgbClr val="53565A"/>
                </a:solidFill>
              </a:ln>
              <a:solidFill>
                <a:schemeClr val="tx2"/>
              </a:solidFill>
              <a:ea typeface="Calibri"/>
              <a:cs typeface="Calibri"/>
            </a:endParaRPr>
          </a:p>
        </p:txBody>
      </p:sp>
      <p:sp>
        <p:nvSpPr>
          <p:cNvPr id="48" name="Stat3Lbl">
            <a:extLst>
              <a:ext uri="{FF2B5EF4-FFF2-40B4-BE49-F238E27FC236}">
                <a16:creationId xmlns:a16="http://schemas.microsoft.com/office/drawing/2014/main" id="{227A0A4C-EDFB-7539-91F0-950357C2ACE2}"/>
              </a:ext>
            </a:extLst>
          </p:cNvPr>
          <p:cNvSpPr txBox="1"/>
          <p:nvPr/>
        </p:nvSpPr>
        <p:spPr>
          <a:xfrm>
            <a:off x="2265560" y="2117157"/>
            <a:ext cx="1728512" cy="227193"/>
          </a:xfrm>
          <a:prstGeom prst="rect">
            <a:avLst/>
          </a:prstGeom>
          <a:noFill/>
        </p:spPr>
        <p:txBody>
          <a:bodyPr wrap="square" lIns="91440" tIns="0" rIns="91440" bIns="0" anchor="t"/>
          <a:lstStyle/>
          <a:p>
            <a:pPr algn="ctr"/>
            <a:r>
              <a:rPr lang="en-US" sz="1000" b="1">
                <a:solidFill>
                  <a:srgbClr val="444444"/>
                </a:solidFill>
                <a:latin typeface="Calibri"/>
              </a:rPr>
              <a:t>Executed</a:t>
            </a:r>
          </a:p>
        </p:txBody>
      </p:sp>
      <p:sp>
        <p:nvSpPr>
          <p:cNvPr id="49" name="StatBox4">
            <a:extLst>
              <a:ext uri="{FF2B5EF4-FFF2-40B4-BE49-F238E27FC236}">
                <a16:creationId xmlns:a16="http://schemas.microsoft.com/office/drawing/2014/main" id="{D3BC3390-ECDB-17DF-E2EA-778AF4F865DE}"/>
              </a:ext>
            </a:extLst>
          </p:cNvPr>
          <p:cNvSpPr>
            <a:spLocks noGrp="1"/>
          </p:cNvSpPr>
          <p:nvPr/>
        </p:nvSpPr>
        <p:spPr>
          <a:xfrm>
            <a:off x="8076895" y="1457382"/>
            <a:ext cx="1728216" cy="886968"/>
          </a:xfrm>
          <a:prstGeom prst="rect">
            <a:avLst/>
          </a:prstGeom>
          <a:solidFill>
            <a:srgbClr val="D8FFFD">
              <a:alpha val="87843"/>
            </a:srgbClr>
          </a:solidFill>
          <a:ln w="19050">
            <a:solidFill>
              <a:srgbClr val="6FC2B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0" name="Stat4Num">
            <a:extLst>
              <a:ext uri="{FF2B5EF4-FFF2-40B4-BE49-F238E27FC236}">
                <a16:creationId xmlns:a16="http://schemas.microsoft.com/office/drawing/2014/main" id="{F2F8CA9C-06FB-7F56-B430-CBB275468108}"/>
              </a:ext>
            </a:extLst>
          </p:cNvPr>
          <p:cNvSpPr txBox="1"/>
          <p:nvPr/>
        </p:nvSpPr>
        <p:spPr>
          <a:xfrm>
            <a:off x="8073841" y="1547453"/>
            <a:ext cx="1717429" cy="509929"/>
          </a:xfrm>
          <a:prstGeom prst="rect">
            <a:avLst/>
          </a:prstGeom>
          <a:noFill/>
        </p:spPr>
        <p:txBody>
          <a:bodyPr wrap="square" lIns="91440" tIns="0" rIns="91440" bIns="0" anchor="ctr"/>
          <a:lstStyle/>
          <a:p>
            <a:pPr algn="ctr"/>
            <a:r>
              <a:rPr lang="en-US" sz="4800" b="1">
                <a:solidFill>
                  <a:srgbClr val="6FC2B4"/>
                </a:solidFill>
                <a:ea typeface="Calibri"/>
                <a:cs typeface="Calibri"/>
              </a:rPr>
              <a:t>{{IPTC}}</a:t>
            </a:r>
          </a:p>
        </p:txBody>
      </p:sp>
      <p:sp>
        <p:nvSpPr>
          <p:cNvPr id="51" name="Stat4Lbl">
            <a:extLst>
              <a:ext uri="{FF2B5EF4-FFF2-40B4-BE49-F238E27FC236}">
                <a16:creationId xmlns:a16="http://schemas.microsoft.com/office/drawing/2014/main" id="{3385AB6F-5E80-30BE-218A-1FC78F12CFC7}"/>
              </a:ext>
            </a:extLst>
          </p:cNvPr>
          <p:cNvSpPr txBox="1"/>
          <p:nvPr/>
        </p:nvSpPr>
        <p:spPr>
          <a:xfrm>
            <a:off x="8087534" y="2109306"/>
            <a:ext cx="1717429" cy="245874"/>
          </a:xfrm>
          <a:prstGeom prst="rect">
            <a:avLst/>
          </a:prstGeom>
          <a:noFill/>
        </p:spPr>
        <p:txBody>
          <a:bodyPr wrap="square" lIns="91440" tIns="0" rIns="91440" bIns="0" anchor="t"/>
          <a:lstStyle/>
          <a:p>
            <a:pPr algn="ctr"/>
            <a:r>
              <a:rPr lang="en-US" sz="1000" b="1">
                <a:solidFill>
                  <a:srgbClr val="444444"/>
                </a:solidFill>
                <a:latin typeface="Calibri"/>
              </a:rPr>
              <a:t>In Progress</a:t>
            </a:r>
          </a:p>
        </p:txBody>
      </p:sp>
      <p:sp>
        <p:nvSpPr>
          <p:cNvPr id="11" name="LegendBox">
            <a:extLst>
              <a:ext uri="{FF2B5EF4-FFF2-40B4-BE49-F238E27FC236}">
                <a16:creationId xmlns:a16="http://schemas.microsoft.com/office/drawing/2014/main" id="{834828F7-8CCF-D014-B2A1-FA7B223ADFB9}"/>
              </a:ext>
            </a:extLst>
          </p:cNvPr>
          <p:cNvSpPr/>
          <p:nvPr/>
        </p:nvSpPr>
        <p:spPr>
          <a:xfrm>
            <a:off x="10192077" y="210000"/>
            <a:ext cx="1399112" cy="6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90000" tIns="50000" rIns="90000" bIns="5000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31313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Status: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5FD9283-C35E-CD42-5849-79EEACFB7A44}"/>
              </a:ext>
            </a:extLst>
          </p:cNvPr>
          <p:cNvGrpSpPr/>
          <p:nvPr/>
        </p:nvGrpSpPr>
        <p:grpSpPr>
          <a:xfrm>
            <a:off x="7821411" y="215093"/>
            <a:ext cx="2300000" cy="660000"/>
            <a:chOff x="9400000" y="280000"/>
            <a:chExt cx="2300000" cy="660000"/>
          </a:xfrm>
        </p:grpSpPr>
        <p:sp>
          <p:nvSpPr>
            <p:cNvPr id="20" name="LegendBox">
              <a:extLst>
                <a:ext uri="{FF2B5EF4-FFF2-40B4-BE49-F238E27FC236}">
                  <a16:creationId xmlns:a16="http://schemas.microsoft.com/office/drawing/2014/main" id="{9E7F1FB6-D66C-348B-B8C7-138CB4C99A64}"/>
                </a:ext>
              </a:extLst>
            </p:cNvPr>
            <p:cNvSpPr/>
            <p:nvPr/>
          </p:nvSpPr>
          <p:spPr>
            <a:xfrm>
              <a:off x="9400000" y="280000"/>
              <a:ext cx="2290000" cy="6600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</a:ln>
          </p:spPr>
          <p:txBody>
            <a:bodyPr wrap="square" lIns="90000" tIns="50000" rIns="90000" bIns="5000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1" i="0" u="none" strike="noStrike" kern="1200" cap="none" spc="0" normalizeH="0" baseline="0" noProof="0">
                  <a:ln>
                    <a:noFill/>
                  </a:ln>
                  <a:solidFill>
                    <a:srgbClr val="313131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Legend:</a:t>
              </a:r>
            </a:p>
          </p:txBody>
        </p:sp>
        <p:sp>
          <p:nvSpPr>
            <p:cNvPr id="21" name="Dot1">
              <a:extLst>
                <a:ext uri="{FF2B5EF4-FFF2-40B4-BE49-F238E27FC236}">
                  <a16:creationId xmlns:a16="http://schemas.microsoft.com/office/drawing/2014/main" id="{5F918CAD-647A-FFEC-BE75-950CECA8A67B}"/>
                </a:ext>
              </a:extLst>
            </p:cNvPr>
            <p:cNvSpPr/>
            <p:nvPr/>
          </p:nvSpPr>
          <p:spPr>
            <a:xfrm>
              <a:off x="9520000" y="500000"/>
              <a:ext cx="120000" cy="12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2" name="Lbl1">
              <a:extLst>
                <a:ext uri="{FF2B5EF4-FFF2-40B4-BE49-F238E27FC236}">
                  <a16:creationId xmlns:a16="http://schemas.microsoft.com/office/drawing/2014/main" id="{2FB5EDEA-ACD1-6393-8004-24B092E92F2C}"/>
                </a:ext>
              </a:extLst>
            </p:cNvPr>
            <p:cNvSpPr txBox="1"/>
            <p:nvPr/>
          </p:nvSpPr>
          <p:spPr>
            <a:xfrm>
              <a:off x="967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Complete</a:t>
              </a:r>
            </a:p>
          </p:txBody>
        </p:sp>
        <p:sp>
          <p:nvSpPr>
            <p:cNvPr id="30" name="Dot2">
              <a:extLst>
                <a:ext uri="{FF2B5EF4-FFF2-40B4-BE49-F238E27FC236}">
                  <a16:creationId xmlns:a16="http://schemas.microsoft.com/office/drawing/2014/main" id="{69F61DFD-6F87-FF9E-6F99-4EA015841059}"/>
                </a:ext>
              </a:extLst>
            </p:cNvPr>
            <p:cNvSpPr/>
            <p:nvPr/>
          </p:nvSpPr>
          <p:spPr>
            <a:xfrm>
              <a:off x="10650000" y="500000"/>
              <a:ext cx="120000" cy="120000"/>
            </a:xfrm>
            <a:prstGeom prst="ellipse">
              <a:avLst/>
            </a:prstGeom>
            <a:solidFill>
              <a:srgbClr val="2ECC71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1" name="Lbl2">
              <a:extLst>
                <a:ext uri="{FF2B5EF4-FFF2-40B4-BE49-F238E27FC236}">
                  <a16:creationId xmlns:a16="http://schemas.microsoft.com/office/drawing/2014/main" id="{BF3C3D1E-6713-D27F-CF4D-1A74255EAD22}"/>
                </a:ext>
              </a:extLst>
            </p:cNvPr>
            <p:cNvSpPr txBox="1"/>
            <p:nvPr/>
          </p:nvSpPr>
          <p:spPr>
            <a:xfrm>
              <a:off x="1080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On Track</a:t>
              </a:r>
            </a:p>
          </p:txBody>
        </p:sp>
        <p:sp>
          <p:nvSpPr>
            <p:cNvPr id="32" name="Dot3">
              <a:extLst>
                <a:ext uri="{FF2B5EF4-FFF2-40B4-BE49-F238E27FC236}">
                  <a16:creationId xmlns:a16="http://schemas.microsoft.com/office/drawing/2014/main" id="{EC6270FC-32C7-234E-D56E-5CC7AF1F2701}"/>
                </a:ext>
              </a:extLst>
            </p:cNvPr>
            <p:cNvSpPr/>
            <p:nvPr/>
          </p:nvSpPr>
          <p:spPr>
            <a:xfrm>
              <a:off x="9520000" y="720000"/>
              <a:ext cx="120000" cy="120000"/>
            </a:xfrm>
            <a:prstGeom prst="ellipse">
              <a:avLst/>
            </a:prstGeom>
            <a:solidFill>
              <a:srgbClr val="F1C40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40" name="Lbl3">
              <a:extLst>
                <a:ext uri="{FF2B5EF4-FFF2-40B4-BE49-F238E27FC236}">
                  <a16:creationId xmlns:a16="http://schemas.microsoft.com/office/drawing/2014/main" id="{87378057-3253-0DFA-1659-084282424C2D}"/>
                </a:ext>
              </a:extLst>
            </p:cNvPr>
            <p:cNvSpPr txBox="1"/>
            <p:nvPr/>
          </p:nvSpPr>
          <p:spPr>
            <a:xfrm>
              <a:off x="967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At Risk</a:t>
              </a:r>
            </a:p>
          </p:txBody>
        </p:sp>
        <p:sp>
          <p:nvSpPr>
            <p:cNvPr id="41" name="Dot4">
              <a:extLst>
                <a:ext uri="{FF2B5EF4-FFF2-40B4-BE49-F238E27FC236}">
                  <a16:creationId xmlns:a16="http://schemas.microsoft.com/office/drawing/2014/main" id="{DA47427F-D5AA-6953-81DD-ED682FB72A0A}"/>
                </a:ext>
              </a:extLst>
            </p:cNvPr>
            <p:cNvSpPr/>
            <p:nvPr/>
          </p:nvSpPr>
          <p:spPr>
            <a:xfrm>
              <a:off x="10650000" y="720000"/>
              <a:ext cx="120000" cy="12000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42" name="Lbl4">
              <a:extLst>
                <a:ext uri="{FF2B5EF4-FFF2-40B4-BE49-F238E27FC236}">
                  <a16:creationId xmlns:a16="http://schemas.microsoft.com/office/drawing/2014/main" id="{C12ECC9D-BCDC-8510-CD1A-A5EC3FAC16F2}"/>
                </a:ext>
              </a:extLst>
            </p:cNvPr>
            <p:cNvSpPr txBox="1"/>
            <p:nvPr/>
          </p:nvSpPr>
          <p:spPr>
            <a:xfrm>
              <a:off x="1080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Off Track</a:t>
              </a:r>
            </a:p>
          </p:txBody>
        </p:sp>
      </p:grpSp>
      <p:sp>
        <p:nvSpPr>
          <p:cNvPr id="53" name="Dot3">
            <a:extLst>
              <a:ext uri="{FF2B5EF4-FFF2-40B4-BE49-F238E27FC236}">
                <a16:creationId xmlns:a16="http://schemas.microsoft.com/office/drawing/2014/main" id="{991FA8AC-D41A-89C1-C6EB-FE5914097816}"/>
              </a:ext>
            </a:extLst>
          </p:cNvPr>
          <p:cNvSpPr/>
          <p:nvPr/>
        </p:nvSpPr>
        <p:spPr>
          <a:xfrm>
            <a:off x="10832657" y="541882"/>
            <a:ext cx="120000" cy="120000"/>
          </a:xfrm>
          <a:prstGeom prst="ellipse">
            <a:avLst/>
          </a:prstGeom>
          <a:solidFill>
            <a:srgbClr val="F1C40F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026683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5008FB-3B22-3381-2D3E-4301758DA6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CFEEB38-2B93-797A-77F7-9A6073F70D2B}"/>
              </a:ext>
            </a:extLst>
          </p:cNvPr>
          <p:cNvSpPr txBox="1"/>
          <p:nvPr/>
        </p:nvSpPr>
        <p:spPr>
          <a:xfrm>
            <a:off x="501652" y="280000"/>
            <a:ext cx="11188700" cy="3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PDM Testing Execution Report |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827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Testing Status</a:t>
            </a:r>
          </a:p>
        </p:txBody>
      </p:sp>
      <p:sp>
        <p:nvSpPr>
          <p:cNvPr id="3" name="AsOf">
            <a:extLst>
              <a:ext uri="{FF2B5EF4-FFF2-40B4-BE49-F238E27FC236}">
                <a16:creationId xmlns:a16="http://schemas.microsoft.com/office/drawing/2014/main" id="{E0D2B2DF-D32C-68A0-4E07-5365E81C17D6}"/>
              </a:ext>
            </a:extLst>
          </p:cNvPr>
          <p:cNvSpPr txBox="1"/>
          <p:nvPr/>
        </p:nvSpPr>
        <p:spPr>
          <a:xfrm>
            <a:off x="501652" y="680000"/>
            <a:ext cx="11188700" cy="26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1200" b="1" u="sng" dirty="0">
                <a:solidFill>
                  <a:srgbClr val="313131"/>
                </a:solidFill>
              </a:rPr>
              <a:t>As-of: {{Date}}</a:t>
            </a:r>
          </a:p>
        </p:txBody>
      </p:sp>
      <p:graphicFrame>
        <p:nvGraphicFramePr>
          <p:cNvPr id="20" name="ExecSummary">
            <a:extLst>
              <a:ext uri="{FF2B5EF4-FFF2-40B4-BE49-F238E27FC236}">
                <a16:creationId xmlns:a16="http://schemas.microsoft.com/office/drawing/2014/main" id="{8ED0D279-FC56-84FA-9E01-C433CF90C7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1647937"/>
              </p:ext>
            </p:extLst>
          </p:nvPr>
        </p:nvGraphicFramePr>
        <p:xfrm>
          <a:off x="501651" y="1490836"/>
          <a:ext cx="11175482" cy="181417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8822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42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842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424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82275">
                  <a:extLst>
                    <a:ext uri="{9D8B030D-6E8A-4147-A177-3AD203B41FA5}">
                      <a16:colId xmlns:a16="http://schemas.microsoft.com/office/drawing/2014/main" val="2431512303"/>
                    </a:ext>
                  </a:extLst>
                </a:gridCol>
                <a:gridCol w="882275">
                  <a:extLst>
                    <a:ext uri="{9D8B030D-6E8A-4147-A177-3AD203B41FA5}">
                      <a16:colId xmlns:a16="http://schemas.microsoft.com/office/drawing/2014/main" val="2320813991"/>
                    </a:ext>
                  </a:extLst>
                </a:gridCol>
                <a:gridCol w="882275">
                  <a:extLst>
                    <a:ext uri="{9D8B030D-6E8A-4147-A177-3AD203B41FA5}">
                      <a16:colId xmlns:a16="http://schemas.microsoft.com/office/drawing/2014/main" val="3464094568"/>
                    </a:ext>
                  </a:extLst>
                </a:gridCol>
                <a:gridCol w="882275">
                  <a:extLst>
                    <a:ext uri="{9D8B030D-6E8A-4147-A177-3AD203B41FA5}">
                      <a16:colId xmlns:a16="http://schemas.microsoft.com/office/drawing/2014/main" val="1682406896"/>
                    </a:ext>
                  </a:extLst>
                </a:gridCol>
                <a:gridCol w="882275">
                  <a:extLst>
                    <a:ext uri="{9D8B030D-6E8A-4147-A177-3AD203B41FA5}">
                      <a16:colId xmlns:a16="http://schemas.microsoft.com/office/drawing/2014/main" val="3751898163"/>
                    </a:ext>
                  </a:extLst>
                </a:gridCol>
                <a:gridCol w="8822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82275">
                  <a:extLst>
                    <a:ext uri="{9D8B030D-6E8A-4147-A177-3AD203B41FA5}">
                      <a16:colId xmlns:a16="http://schemas.microsoft.com/office/drawing/2014/main" val="3578987673"/>
                    </a:ext>
                  </a:extLst>
                </a:gridCol>
                <a:gridCol w="882275">
                  <a:extLst>
                    <a:ext uri="{9D8B030D-6E8A-4147-A177-3AD203B41FA5}">
                      <a16:colId xmlns:a16="http://schemas.microsoft.com/office/drawing/2014/main" val="2218412443"/>
                    </a:ext>
                  </a:extLst>
                </a:gridCol>
                <a:gridCol w="8822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6281">
                <a:tc gridSpan="13">
                  <a:txBody>
                    <a:bodyPr/>
                    <a:lstStyle/>
                    <a:p>
                      <a:pPr algn="ctr"/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Overall Testing Execution Summary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Phase</a:t>
                      </a:r>
                      <a:r>
                        <a:rPr lang="en-US" sz="1000" kern="1200" baseline="30000" noProof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*</a:t>
                      </a:r>
                      <a:endParaRPr lang="en-US" sz="1000" b="1">
                        <a:solidFill>
                          <a:srgbClr val="313131"/>
                        </a:solidFill>
                        <a:latin typeface="+mn-lt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313131"/>
                          </a:solidFill>
                          <a:latin typeface="+mn-lt"/>
                        </a:rPr>
                        <a:t>Iteration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313131"/>
                          </a:solidFill>
                          <a:latin typeface="+mn-lt"/>
                        </a:rPr>
                        <a:t>Planned TCs</a:t>
                      </a:r>
                      <a:endParaRPr lang="en-US" sz="1000" baseline="30000" dirty="0">
                        <a:latin typeface="+mn-lt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Execution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In Progress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Blocked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latin typeface="+mn-lt"/>
                        </a:rPr>
                        <a:t>Cursory</a:t>
                      </a:r>
                      <a:endParaRPr lang="en-US" sz="1000" b="1" baseline="300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{{PDMIT2TTC}}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{{PDMIT2ETC}}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{{PDMIT2EP}}%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chemeClr val="tx1"/>
                          </a:solidFill>
                          <a:latin typeface="+mn-lt"/>
                        </a:rPr>
                        <a:t>{{PDMIT2PTC}}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{{PDMIT2PP}}%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chemeClr val="tx1"/>
                          </a:solidFill>
                          <a:latin typeface="+mn-lt"/>
                        </a:rPr>
                        <a:t>{{PDMIT2FTC}}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{{PDMIT2FP}}%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chemeClr val="tx1"/>
                          </a:solidFill>
                          <a:latin typeface="+mn-lt"/>
                        </a:rPr>
                        <a:t>{{PDMIT2IPTC}}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chemeClr val="tx1"/>
                          </a:solidFill>
                          <a:latin typeface="+mn-lt"/>
                        </a:rPr>
                        <a:t>{{PDMIT2BTC}}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chemeClr val="tx1"/>
                          </a:solidFill>
                          <a:latin typeface="+mn-lt"/>
                        </a:rPr>
                        <a:t>{{PDMIT2NSTC}}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{{PDMIT2DEFOPEN}}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Cursory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2.1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{{PDMIT21TTC}}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{{PDMIT21ETC}}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chemeClr val="tx1"/>
                          </a:solidFill>
                          <a:latin typeface="+mn-lt"/>
                        </a:rPr>
                        <a:t>{{PDMIT21EP}}%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chemeClr val="tx1"/>
                          </a:solidFill>
                          <a:latin typeface="+mn-lt"/>
                        </a:rPr>
                        <a:t>{{PDMIT21PTC}}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{{PDMIT21PP}}%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chemeClr val="tx1"/>
                          </a:solidFill>
                          <a:latin typeface="+mn-lt"/>
                        </a:rPr>
                        <a:t>{{PDMIT21FTC}}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{{PDMIT21FP}}%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chemeClr val="tx1"/>
                          </a:solidFill>
                          <a:latin typeface="+mn-lt"/>
                        </a:rPr>
                        <a:t>{{PDMIT21IPTC}}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chemeClr val="tx1"/>
                          </a:solidFill>
                          <a:latin typeface="+mn-lt"/>
                        </a:rPr>
                        <a:t>{{PDMIT21BTC}}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chemeClr val="tx1"/>
                          </a:solidFill>
                          <a:latin typeface="+mn-lt"/>
                        </a:rPr>
                        <a:t>{{PDMIT21NSTC}}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{{PDMIT21DEFOPEN}}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8229393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Cursory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{{PDMIT3TTC}}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{{PDMIT3ETC}}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chemeClr val="tx1"/>
                          </a:solidFill>
                          <a:latin typeface="+mn-lt"/>
                        </a:rPr>
                        <a:t>{{PDMIT3EP}}%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chemeClr val="tx1"/>
                          </a:solidFill>
                          <a:latin typeface="+mn-lt"/>
                        </a:rPr>
                        <a:t>{{PDMIT3PTC}}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{{PDMIT3PP}}%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chemeClr val="tx1"/>
                          </a:solidFill>
                          <a:latin typeface="+mn-lt"/>
                        </a:rPr>
                        <a:t>{{PDMIT3FTC}}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{{PDMIT3FP}}%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chemeClr val="tx1"/>
                          </a:solidFill>
                          <a:latin typeface="+mn-lt"/>
                        </a:rPr>
                        <a:t>{{PDMIT3IPTC}}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chemeClr val="tx1"/>
                          </a:solidFill>
                          <a:latin typeface="+mn-lt"/>
                        </a:rPr>
                        <a:t>{{PDMIT3BTC}}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chemeClr val="tx1"/>
                          </a:solidFill>
                          <a:latin typeface="+mn-lt"/>
                        </a:rPr>
                        <a:t>{{PDMIT3NSTC}}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{{PDMIT3DEFOPEN}}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25951971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SIT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--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{{PDMSITTC}}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{{PDMSITETC}}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{{PDMSITEP}}%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{{PDMSITPTC}}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{{PDMSITPP}}%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{{PDMSITFTC}}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{{PDMSITFP}}%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{{PDMSITIPTC}}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{{PDMSITBTC}}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{{PDMSITNSTC}}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{{PDMSITDEFOPEN}}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11486933"/>
                  </a:ext>
                </a:extLst>
              </a:tr>
            </a:tbl>
          </a:graphicData>
        </a:graphic>
      </p:graphicFrame>
      <p:sp>
        <p:nvSpPr>
          <p:cNvPr id="23" name="TextBox 22">
            <a:extLst>
              <a:ext uri="{FF2B5EF4-FFF2-40B4-BE49-F238E27FC236}">
                <a16:creationId xmlns:a16="http://schemas.microsoft.com/office/drawing/2014/main" id="{DF250EFB-F4DA-42AB-09C3-043BD78F3A71}"/>
              </a:ext>
            </a:extLst>
          </p:cNvPr>
          <p:cNvSpPr txBox="1"/>
          <p:nvPr/>
        </p:nvSpPr>
        <p:spPr>
          <a:xfrm>
            <a:off x="495836" y="5729113"/>
            <a:ext cx="8599932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800" b="1" baseline="30000">
                <a:solidFill>
                  <a:srgbClr val="313131"/>
                </a:solidFill>
              </a:rPr>
              <a:t>*</a:t>
            </a:r>
            <a:r>
              <a:rPr lang="en-US" sz="800">
                <a:solidFill>
                  <a:srgbClr val="313131"/>
                </a:solidFill>
              </a:rPr>
              <a:t>Cursory Review validates that the data in PDM is matching with the source; no further validation on data quality is done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D9D7915-ECA8-77EF-3291-5F8531DAA9F8}"/>
              </a:ext>
            </a:extLst>
          </p:cNvPr>
          <p:cNvSpPr txBox="1"/>
          <p:nvPr/>
        </p:nvSpPr>
        <p:spPr>
          <a:xfrm>
            <a:off x="495836" y="5873595"/>
            <a:ext cx="8599932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800" baseline="30000">
                <a:solidFill>
                  <a:schemeClr val="dk1"/>
                </a:solidFill>
              </a:rPr>
              <a:t>**</a:t>
            </a:r>
            <a:r>
              <a:rPr lang="en-US" sz="800">
                <a:solidFill>
                  <a:srgbClr val="313131"/>
                </a:solidFill>
              </a:rPr>
              <a:t>Test case planning is still in progress; expect planned test case count to increase in coming weeks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12DA35A4-73BD-EB68-B47D-E57C6E793B0D}"/>
              </a:ext>
            </a:extLst>
          </p:cNvPr>
          <p:cNvGrpSpPr/>
          <p:nvPr/>
        </p:nvGrpSpPr>
        <p:grpSpPr>
          <a:xfrm>
            <a:off x="7821411" y="210000"/>
            <a:ext cx="2300000" cy="660000"/>
            <a:chOff x="9400000" y="280000"/>
            <a:chExt cx="2300000" cy="660000"/>
          </a:xfrm>
        </p:grpSpPr>
        <p:sp>
          <p:nvSpPr>
            <p:cNvPr id="26" name="LegendBox">
              <a:extLst>
                <a:ext uri="{FF2B5EF4-FFF2-40B4-BE49-F238E27FC236}">
                  <a16:creationId xmlns:a16="http://schemas.microsoft.com/office/drawing/2014/main" id="{A6A031FF-C4FB-39FF-D70D-D74E7BFD4813}"/>
                </a:ext>
              </a:extLst>
            </p:cNvPr>
            <p:cNvSpPr/>
            <p:nvPr/>
          </p:nvSpPr>
          <p:spPr>
            <a:xfrm>
              <a:off x="9400000" y="280000"/>
              <a:ext cx="2290000" cy="6600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</a:ln>
          </p:spPr>
          <p:txBody>
            <a:bodyPr wrap="square" lIns="90000" tIns="50000" rIns="90000" bIns="5000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1" i="0" u="none" strike="noStrike" kern="1200" cap="none" spc="0" normalizeH="0" baseline="0" noProof="0">
                  <a:ln>
                    <a:noFill/>
                  </a:ln>
                  <a:solidFill>
                    <a:srgbClr val="313131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Legend:</a:t>
              </a:r>
            </a:p>
          </p:txBody>
        </p:sp>
        <p:sp>
          <p:nvSpPr>
            <p:cNvPr id="27" name="Dot1">
              <a:extLst>
                <a:ext uri="{FF2B5EF4-FFF2-40B4-BE49-F238E27FC236}">
                  <a16:creationId xmlns:a16="http://schemas.microsoft.com/office/drawing/2014/main" id="{03C492A8-D2FC-4F01-1A0E-96739CAEC9CC}"/>
                </a:ext>
              </a:extLst>
            </p:cNvPr>
            <p:cNvSpPr/>
            <p:nvPr/>
          </p:nvSpPr>
          <p:spPr>
            <a:xfrm>
              <a:off x="9520000" y="500000"/>
              <a:ext cx="120000" cy="12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8" name="Lbl1">
              <a:extLst>
                <a:ext uri="{FF2B5EF4-FFF2-40B4-BE49-F238E27FC236}">
                  <a16:creationId xmlns:a16="http://schemas.microsoft.com/office/drawing/2014/main" id="{A132B09D-CD33-753F-2E30-86FE319D5D49}"/>
                </a:ext>
              </a:extLst>
            </p:cNvPr>
            <p:cNvSpPr txBox="1"/>
            <p:nvPr/>
          </p:nvSpPr>
          <p:spPr>
            <a:xfrm>
              <a:off x="967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Complete</a:t>
              </a:r>
            </a:p>
          </p:txBody>
        </p:sp>
        <p:sp>
          <p:nvSpPr>
            <p:cNvPr id="29" name="Dot2">
              <a:extLst>
                <a:ext uri="{FF2B5EF4-FFF2-40B4-BE49-F238E27FC236}">
                  <a16:creationId xmlns:a16="http://schemas.microsoft.com/office/drawing/2014/main" id="{46A82D32-465F-4C6A-4E16-BF6FAD9DBC54}"/>
                </a:ext>
              </a:extLst>
            </p:cNvPr>
            <p:cNvSpPr/>
            <p:nvPr/>
          </p:nvSpPr>
          <p:spPr>
            <a:xfrm>
              <a:off x="10650000" y="500000"/>
              <a:ext cx="120000" cy="120000"/>
            </a:xfrm>
            <a:prstGeom prst="ellipse">
              <a:avLst/>
            </a:prstGeom>
            <a:solidFill>
              <a:srgbClr val="2ECC71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1" name="Lbl2">
              <a:extLst>
                <a:ext uri="{FF2B5EF4-FFF2-40B4-BE49-F238E27FC236}">
                  <a16:creationId xmlns:a16="http://schemas.microsoft.com/office/drawing/2014/main" id="{2226B45D-97CD-5CD0-11EE-399C1D7D3AAB}"/>
                </a:ext>
              </a:extLst>
            </p:cNvPr>
            <p:cNvSpPr txBox="1"/>
            <p:nvPr/>
          </p:nvSpPr>
          <p:spPr>
            <a:xfrm>
              <a:off x="1080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On Track</a:t>
              </a:r>
            </a:p>
          </p:txBody>
        </p:sp>
        <p:sp>
          <p:nvSpPr>
            <p:cNvPr id="32" name="Dot3">
              <a:extLst>
                <a:ext uri="{FF2B5EF4-FFF2-40B4-BE49-F238E27FC236}">
                  <a16:creationId xmlns:a16="http://schemas.microsoft.com/office/drawing/2014/main" id="{31D63CB6-A618-EAC0-5952-B0D3C09A3B94}"/>
                </a:ext>
              </a:extLst>
            </p:cNvPr>
            <p:cNvSpPr/>
            <p:nvPr/>
          </p:nvSpPr>
          <p:spPr>
            <a:xfrm>
              <a:off x="9520000" y="720000"/>
              <a:ext cx="120000" cy="120000"/>
            </a:xfrm>
            <a:prstGeom prst="ellipse">
              <a:avLst/>
            </a:prstGeom>
            <a:solidFill>
              <a:srgbClr val="F1C40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3" name="Lbl3">
              <a:extLst>
                <a:ext uri="{FF2B5EF4-FFF2-40B4-BE49-F238E27FC236}">
                  <a16:creationId xmlns:a16="http://schemas.microsoft.com/office/drawing/2014/main" id="{23987B76-0DD5-5676-61FE-2003C25B7A83}"/>
                </a:ext>
              </a:extLst>
            </p:cNvPr>
            <p:cNvSpPr txBox="1"/>
            <p:nvPr/>
          </p:nvSpPr>
          <p:spPr>
            <a:xfrm>
              <a:off x="967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At Risk</a:t>
              </a:r>
            </a:p>
          </p:txBody>
        </p:sp>
        <p:sp>
          <p:nvSpPr>
            <p:cNvPr id="34" name="Dot4">
              <a:extLst>
                <a:ext uri="{FF2B5EF4-FFF2-40B4-BE49-F238E27FC236}">
                  <a16:creationId xmlns:a16="http://schemas.microsoft.com/office/drawing/2014/main" id="{B1E4F265-6E5B-FD5C-6AF6-20BACE8DABB7}"/>
                </a:ext>
              </a:extLst>
            </p:cNvPr>
            <p:cNvSpPr/>
            <p:nvPr/>
          </p:nvSpPr>
          <p:spPr>
            <a:xfrm>
              <a:off x="10650000" y="720000"/>
              <a:ext cx="120000" cy="12000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5" name="Lbl4">
              <a:extLst>
                <a:ext uri="{FF2B5EF4-FFF2-40B4-BE49-F238E27FC236}">
                  <a16:creationId xmlns:a16="http://schemas.microsoft.com/office/drawing/2014/main" id="{00ECB676-F3A6-DABF-8112-376FC2BAFC7C}"/>
                </a:ext>
              </a:extLst>
            </p:cNvPr>
            <p:cNvSpPr txBox="1"/>
            <p:nvPr/>
          </p:nvSpPr>
          <p:spPr>
            <a:xfrm>
              <a:off x="1080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Off Track</a:t>
              </a: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E9479868-6844-26B2-E461-5CFEE8A40FE8}"/>
              </a:ext>
            </a:extLst>
          </p:cNvPr>
          <p:cNvSpPr txBox="1"/>
          <p:nvPr/>
        </p:nvSpPr>
        <p:spPr>
          <a:xfrm>
            <a:off x="495836" y="5989502"/>
            <a:ext cx="8599932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800" b="1" baseline="30000">
                <a:solidFill>
                  <a:srgbClr val="313131"/>
                </a:solidFill>
              </a:rPr>
              <a:t>***</a:t>
            </a:r>
            <a:r>
              <a:rPr lang="en-US" sz="800">
                <a:solidFill>
                  <a:srgbClr val="313131"/>
                </a:solidFill>
              </a:rPr>
              <a:t>Defects included from previous iterations</a:t>
            </a:r>
          </a:p>
        </p:txBody>
      </p:sp>
      <p:sp>
        <p:nvSpPr>
          <p:cNvPr id="13" name="LegendBox">
            <a:extLst>
              <a:ext uri="{FF2B5EF4-FFF2-40B4-BE49-F238E27FC236}">
                <a16:creationId xmlns:a16="http://schemas.microsoft.com/office/drawing/2014/main" id="{E5AAE186-9015-AF07-72EA-58EBD400AF07}"/>
              </a:ext>
            </a:extLst>
          </p:cNvPr>
          <p:cNvSpPr/>
          <p:nvPr/>
        </p:nvSpPr>
        <p:spPr>
          <a:xfrm>
            <a:off x="10192077" y="210000"/>
            <a:ext cx="1399112" cy="6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90000" tIns="50000" rIns="90000" bIns="5000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31313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Status: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DF49F0-D0F3-1C86-C12F-93692B176DD7}"/>
              </a:ext>
            </a:extLst>
          </p:cNvPr>
          <p:cNvSpPr txBox="1"/>
          <p:nvPr/>
        </p:nvSpPr>
        <p:spPr>
          <a:xfrm>
            <a:off x="495836" y="6112613"/>
            <a:ext cx="6054866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800" b="1">
                <a:solidFill>
                  <a:srgbClr val="313131"/>
                </a:solidFill>
              </a:rPr>
              <a:t>Executed</a:t>
            </a:r>
            <a:r>
              <a:rPr lang="en-US" sz="800">
                <a:solidFill>
                  <a:srgbClr val="313131"/>
                </a:solidFill>
              </a:rPr>
              <a:t> — The test case has been run at least once; a result has been recorded (regardless of outcome).</a:t>
            </a:r>
          </a:p>
          <a:p>
            <a:r>
              <a:rPr lang="en-US" sz="800" b="1">
                <a:solidFill>
                  <a:srgbClr val="313131"/>
                </a:solidFill>
              </a:rPr>
              <a:t>Passed</a:t>
            </a:r>
            <a:r>
              <a:rPr lang="en-US" sz="800">
                <a:solidFill>
                  <a:srgbClr val="313131"/>
                </a:solidFill>
              </a:rPr>
              <a:t> — The test case was executed and all steps/assertions met the expected results successfully.</a:t>
            </a:r>
          </a:p>
          <a:p>
            <a:r>
              <a:rPr lang="en-US" sz="800" b="1">
                <a:solidFill>
                  <a:srgbClr val="313131"/>
                </a:solidFill>
              </a:rPr>
              <a:t>Failed</a:t>
            </a:r>
            <a:r>
              <a:rPr lang="en-US" sz="800">
                <a:solidFill>
                  <a:srgbClr val="313131"/>
                </a:solidFill>
              </a:rPr>
              <a:t> — The test case was executed but one or more steps/assertions did not match the expected results, indicating a defect or issue.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0D7E3419-BCA6-6695-18E2-932097DC8689}"/>
              </a:ext>
            </a:extLst>
          </p:cNvPr>
          <p:cNvSpPr txBox="1"/>
          <p:nvPr/>
        </p:nvSpPr>
        <p:spPr>
          <a:xfrm>
            <a:off x="514863" y="982262"/>
            <a:ext cx="11101069" cy="76944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90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{{AI_PDM_CURSORY_STATUS}}</a:t>
            </a:r>
            <a:r>
              <a:rPr lang="en-US" sz="900" b="1" i="1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/>
            </a:r>
            <a:r>
              <a:rPr lang="en-US" sz="90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/>
            </a:r>
          </a:p>
          <a:p>
            <a:pPr>
              <a:spcBef>
                <a:spcPts val="200"/>
              </a:spcBef>
            </a:pPr>
            <a:endParaRPr lang="en-US" sz="900" dirty="0">
              <a:ea typeface="Calibri"/>
              <a:cs typeface="Calibri"/>
            </a:endParaRPr>
          </a:p>
          <a:p>
            <a:pPr>
              <a:spcBef>
                <a:spcPts val="200"/>
              </a:spcBef>
            </a:pPr>
            <a:endParaRPr lang="en-US" sz="900" dirty="0">
              <a:solidFill>
                <a:srgbClr val="313131"/>
              </a:solidFill>
              <a:ea typeface="Calibri"/>
              <a:cs typeface="Calibri"/>
            </a:endParaRPr>
          </a:p>
          <a:p>
            <a:pPr>
              <a:spcBef>
                <a:spcPts val="200"/>
              </a:spcBef>
            </a:pPr>
            <a:endParaRPr lang="en-US" sz="900" dirty="0">
              <a:solidFill>
                <a:srgbClr val="313131"/>
              </a:solidFill>
              <a:ea typeface="Calibri"/>
              <a:cs typeface="Calibri"/>
            </a:endParaRPr>
          </a:p>
        </p:txBody>
      </p:sp>
      <p:sp>
        <p:nvSpPr>
          <p:cNvPr id="6" name="Dot4">
            <a:extLst>
              <a:ext uri="{FF2B5EF4-FFF2-40B4-BE49-F238E27FC236}">
                <a16:creationId xmlns:a16="http://schemas.microsoft.com/office/drawing/2014/main" id="{94E49F4F-74EB-46D0-1475-3A6BD2792461}"/>
              </a:ext>
            </a:extLst>
          </p:cNvPr>
          <p:cNvSpPr/>
          <p:nvPr/>
        </p:nvSpPr>
        <p:spPr>
          <a:xfrm>
            <a:off x="10830543" y="558560"/>
            <a:ext cx="120000" cy="120000"/>
          </a:xfrm>
          <a:prstGeom prst="ellipse">
            <a:avLst/>
          </a:prstGeom>
          <a:solidFill>
            <a:srgbClr val="E74C3C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graphicFrame>
        <p:nvGraphicFramePr>
          <p:cNvPr id="5" name="WorkstreamSummary">
            <a:extLst>
              <a:ext uri="{FF2B5EF4-FFF2-40B4-BE49-F238E27FC236}">
                <a16:creationId xmlns:a16="http://schemas.microsoft.com/office/drawing/2014/main" id="{CDB1D4FD-F646-A646-F27C-694A212939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7791683"/>
              </p:ext>
            </p:extLst>
          </p:nvPr>
        </p:nvGraphicFramePr>
        <p:xfrm>
          <a:off x="495836" y="3457728"/>
          <a:ext cx="11163817" cy="13562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4718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8307">
                  <a:extLst>
                    <a:ext uri="{9D8B030D-6E8A-4147-A177-3AD203B41FA5}">
                      <a16:colId xmlns:a16="http://schemas.microsoft.com/office/drawing/2014/main" val="2650012367"/>
                    </a:ext>
                  </a:extLst>
                </a:gridCol>
                <a:gridCol w="116830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3849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3849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38493">
                  <a:extLst>
                    <a:ext uri="{9D8B030D-6E8A-4147-A177-3AD203B41FA5}">
                      <a16:colId xmlns:a16="http://schemas.microsoft.com/office/drawing/2014/main" val="3383328722"/>
                    </a:ext>
                  </a:extLst>
                </a:gridCol>
                <a:gridCol w="103849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08683">
                  <a:extLst>
                    <a:ext uri="{9D8B030D-6E8A-4147-A177-3AD203B41FA5}">
                      <a16:colId xmlns:a16="http://schemas.microsoft.com/office/drawing/2014/main" val="3191463391"/>
                    </a:ext>
                  </a:extLst>
                </a:gridCol>
                <a:gridCol w="908683">
                  <a:extLst>
                    <a:ext uri="{9D8B030D-6E8A-4147-A177-3AD203B41FA5}">
                      <a16:colId xmlns:a16="http://schemas.microsoft.com/office/drawing/2014/main" val="3705187464"/>
                    </a:ext>
                  </a:extLst>
                </a:gridCol>
                <a:gridCol w="90868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80000">
                <a:tc gridSpan="10"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+mn-lt"/>
                        </a:rPr>
                        <a:t>SIT Review Summary – Test Cases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313131"/>
                          </a:solidFill>
                          <a:latin typeface="+mn-lt"/>
                        </a:rPr>
                        <a:t>Workstream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Planned TCs</a:t>
                      </a:r>
                      <a:r>
                        <a:rPr lang="en-US" sz="1000" baseline="30000">
                          <a:latin typeface="+mn-lt"/>
                        </a:rPr>
                        <a:t>*</a:t>
                      </a:r>
                      <a:endParaRPr lang="en-US" sz="1000" b="1">
                        <a:solidFill>
                          <a:srgbClr val="313131"/>
                        </a:solidFill>
                        <a:latin typeface="+mn-lt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Target Completion Date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In Progress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Blocked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latin typeface="+mn-lt"/>
                        </a:rPr>
                        <a:t>PDM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{{PDMSITTC}}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10/15/2026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{{PDMSITETC}}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{{PDMSITPTC}}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{{PDMSITFTC}}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{{PDMSITIPTC}}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{{PDMSITBTC}}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{{PDMSITNSTC}}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{{PDMSITDEFOPEN}}</a:t>
                      </a:r>
                      <a:endParaRPr lang="en-US" sz="1000" dirty="0">
                        <a:latin typeface="+mn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+mn-lt"/>
                        </a:rPr>
                        <a:t>Grand Total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+mn-lt"/>
                        </a:rPr>
                        <a:t>{{PDMSITTC}}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--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+mn-lt"/>
                        </a:rPr>
                        <a:t>{{PDMSITETC}}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+mn-lt"/>
                        </a:rPr>
                        <a:t>{{PDMSITPTC}}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000" b="1" kern="12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{{PDMSITFTC}}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{{PDMSITIPTC}}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{{PDMSITBTC}}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+mn-lt"/>
                        </a:rPr>
                        <a:t>{{PDMSITNSTC}}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kern="12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{{PDMCB}}*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067790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E9BE94-B8E2-51AF-2511-9F0CC86EE1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A6DB64E7-162E-0F5B-9E60-CCCF933D3ECD}"/>
              </a:ext>
            </a:extLst>
          </p:cNvPr>
          <p:cNvSpPr txBox="1"/>
          <p:nvPr/>
        </p:nvSpPr>
        <p:spPr>
          <a:xfrm>
            <a:off x="501652" y="280000"/>
            <a:ext cx="11188700" cy="3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PDM Testing Defect Report |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827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Testing Status</a:t>
            </a:r>
          </a:p>
        </p:txBody>
      </p:sp>
      <p:sp>
        <p:nvSpPr>
          <p:cNvPr id="3" name="AsOf">
            <a:extLst>
              <a:ext uri="{FF2B5EF4-FFF2-40B4-BE49-F238E27FC236}">
                <a16:creationId xmlns:a16="http://schemas.microsoft.com/office/drawing/2014/main" id="{43B77641-B9A4-FF9B-1089-33EDDA27F051}"/>
              </a:ext>
            </a:extLst>
          </p:cNvPr>
          <p:cNvSpPr txBox="1"/>
          <p:nvPr/>
        </p:nvSpPr>
        <p:spPr>
          <a:xfrm>
            <a:off x="501652" y="680000"/>
            <a:ext cx="11188700" cy="26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1200" b="1" u="sng" dirty="0">
                <a:solidFill>
                  <a:srgbClr val="313131"/>
                </a:solidFill>
              </a:rPr>
              <a:t>As-of: {{Date}}</a:t>
            </a:r>
          </a:p>
        </p:txBody>
      </p:sp>
      <p:graphicFrame>
        <p:nvGraphicFramePr>
          <p:cNvPr id="20" name="ExecSummary">
            <a:extLst>
              <a:ext uri="{FF2B5EF4-FFF2-40B4-BE49-F238E27FC236}">
                <a16:creationId xmlns:a16="http://schemas.microsoft.com/office/drawing/2014/main" id="{BB09E675-6F6C-94A6-877E-245EE23DC6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9577359"/>
              </p:ext>
            </p:extLst>
          </p:nvPr>
        </p:nvGraphicFramePr>
        <p:xfrm>
          <a:off x="501650" y="1490836"/>
          <a:ext cx="5406762" cy="2222693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158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98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476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050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90169">
                  <a:extLst>
                    <a:ext uri="{9D8B030D-6E8A-4147-A177-3AD203B41FA5}">
                      <a16:colId xmlns:a16="http://schemas.microsoft.com/office/drawing/2014/main" val="2431512303"/>
                    </a:ext>
                  </a:extLst>
                </a:gridCol>
              </a:tblGrid>
              <a:tr h="270317">
                <a:tc gridSpan="5">
                  <a:txBody>
                    <a:bodyPr/>
                    <a:lstStyle/>
                    <a:p>
                      <a:pPr algn="ctr"/>
                      <a:r>
                        <a:rPr lang="en-US" sz="100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Overall Testing Defect Summary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5396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Iteration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Open (Active/New)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Closed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Resolved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5396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Iteration 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{{PDMIT2DEFTOTAL}}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{{PDMIT2DEFOPEN}}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{{PDMIT2DEFCLOSED}}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{{PDMIT2DEFRESOLVED}}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325396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Iteration 2.1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{{PDMIT21DEFTOTAL}}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{{PDMIT21DEFOPEN}}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{{PDMIT21DEFCLOSED}}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{{PDMIT21DEFRESOLVED}}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18229393"/>
                  </a:ext>
                </a:extLst>
              </a:tr>
              <a:tr h="325396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Iteration 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{{PDMIT3DEFTOTAL}}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{{PDMIT3DEFOPEN}}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{{PDMIT3DEFCLOSED}}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{{PDMIT3DEFRESOLVED}}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25951971"/>
                  </a:ext>
                </a:extLst>
              </a:tr>
              <a:tr h="325396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SIT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{{PDMSITDEFTOTAL}}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{{PDMSITDEFOPEN}}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{{PDMSITDEFCLOSED}}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{{PDMSITDEFRESOLVED}}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211486933"/>
                  </a:ext>
                </a:extLst>
              </a:tr>
              <a:tr h="325396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{{PDMDEFTOTAL}}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{{PDMCB}}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{{PDMDEFCLOSEDTOTAL}}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{{PDMDEFRESOLVEDTOTAL}}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339454313"/>
                  </a:ext>
                </a:extLst>
              </a:tr>
            </a:tbl>
          </a:graphicData>
        </a:graphic>
      </p:graphicFrame>
      <p:grpSp>
        <p:nvGrpSpPr>
          <p:cNvPr id="25" name="Group 24">
            <a:extLst>
              <a:ext uri="{FF2B5EF4-FFF2-40B4-BE49-F238E27FC236}">
                <a16:creationId xmlns:a16="http://schemas.microsoft.com/office/drawing/2014/main" id="{0E77E65D-2938-7D33-7E7A-BF43D5E0DC83}"/>
              </a:ext>
            </a:extLst>
          </p:cNvPr>
          <p:cNvGrpSpPr/>
          <p:nvPr/>
        </p:nvGrpSpPr>
        <p:grpSpPr>
          <a:xfrm>
            <a:off x="7821411" y="210000"/>
            <a:ext cx="2300000" cy="660000"/>
            <a:chOff x="9400000" y="280000"/>
            <a:chExt cx="2300000" cy="660000"/>
          </a:xfrm>
        </p:grpSpPr>
        <p:sp>
          <p:nvSpPr>
            <p:cNvPr id="26" name="LegendBox">
              <a:extLst>
                <a:ext uri="{FF2B5EF4-FFF2-40B4-BE49-F238E27FC236}">
                  <a16:creationId xmlns:a16="http://schemas.microsoft.com/office/drawing/2014/main" id="{D9230A7B-BC38-B2FF-D2AB-CA6DC45BCEE5}"/>
                </a:ext>
              </a:extLst>
            </p:cNvPr>
            <p:cNvSpPr/>
            <p:nvPr/>
          </p:nvSpPr>
          <p:spPr>
            <a:xfrm>
              <a:off x="9400000" y="280000"/>
              <a:ext cx="2290000" cy="6600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</a:ln>
          </p:spPr>
          <p:txBody>
            <a:bodyPr wrap="square" lIns="90000" tIns="50000" rIns="90000" bIns="5000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1" i="0" u="none" strike="noStrike" kern="1200" cap="none" spc="0" normalizeH="0" baseline="0" noProof="0">
                  <a:ln>
                    <a:noFill/>
                  </a:ln>
                  <a:solidFill>
                    <a:srgbClr val="313131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Legend:</a:t>
              </a:r>
            </a:p>
          </p:txBody>
        </p:sp>
        <p:sp>
          <p:nvSpPr>
            <p:cNvPr id="27" name="Dot1">
              <a:extLst>
                <a:ext uri="{FF2B5EF4-FFF2-40B4-BE49-F238E27FC236}">
                  <a16:creationId xmlns:a16="http://schemas.microsoft.com/office/drawing/2014/main" id="{903C244D-3943-90BC-E1FD-ECC641DC68E0}"/>
                </a:ext>
              </a:extLst>
            </p:cNvPr>
            <p:cNvSpPr/>
            <p:nvPr/>
          </p:nvSpPr>
          <p:spPr>
            <a:xfrm>
              <a:off x="9520000" y="500000"/>
              <a:ext cx="120000" cy="12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8" name="Lbl1">
              <a:extLst>
                <a:ext uri="{FF2B5EF4-FFF2-40B4-BE49-F238E27FC236}">
                  <a16:creationId xmlns:a16="http://schemas.microsoft.com/office/drawing/2014/main" id="{05F4765E-EF33-E121-E16B-CFE1006FC72F}"/>
                </a:ext>
              </a:extLst>
            </p:cNvPr>
            <p:cNvSpPr txBox="1"/>
            <p:nvPr/>
          </p:nvSpPr>
          <p:spPr>
            <a:xfrm>
              <a:off x="967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Complete</a:t>
              </a:r>
            </a:p>
          </p:txBody>
        </p:sp>
        <p:sp>
          <p:nvSpPr>
            <p:cNvPr id="29" name="Dot2">
              <a:extLst>
                <a:ext uri="{FF2B5EF4-FFF2-40B4-BE49-F238E27FC236}">
                  <a16:creationId xmlns:a16="http://schemas.microsoft.com/office/drawing/2014/main" id="{11AC445D-A448-A86F-1A52-9BD1FAF9D062}"/>
                </a:ext>
              </a:extLst>
            </p:cNvPr>
            <p:cNvSpPr/>
            <p:nvPr/>
          </p:nvSpPr>
          <p:spPr>
            <a:xfrm>
              <a:off x="10650000" y="500000"/>
              <a:ext cx="120000" cy="120000"/>
            </a:xfrm>
            <a:prstGeom prst="ellipse">
              <a:avLst/>
            </a:prstGeom>
            <a:solidFill>
              <a:srgbClr val="2ECC71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1" name="Lbl2">
              <a:extLst>
                <a:ext uri="{FF2B5EF4-FFF2-40B4-BE49-F238E27FC236}">
                  <a16:creationId xmlns:a16="http://schemas.microsoft.com/office/drawing/2014/main" id="{1E6FFD12-44E9-F623-44B4-B5545D03CDBF}"/>
                </a:ext>
              </a:extLst>
            </p:cNvPr>
            <p:cNvSpPr txBox="1"/>
            <p:nvPr/>
          </p:nvSpPr>
          <p:spPr>
            <a:xfrm>
              <a:off x="1080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On Track</a:t>
              </a:r>
            </a:p>
          </p:txBody>
        </p:sp>
        <p:sp>
          <p:nvSpPr>
            <p:cNvPr id="32" name="Dot3">
              <a:extLst>
                <a:ext uri="{FF2B5EF4-FFF2-40B4-BE49-F238E27FC236}">
                  <a16:creationId xmlns:a16="http://schemas.microsoft.com/office/drawing/2014/main" id="{4FA4C29A-59D9-BB32-BC13-D8DA16982AFB}"/>
                </a:ext>
              </a:extLst>
            </p:cNvPr>
            <p:cNvSpPr/>
            <p:nvPr/>
          </p:nvSpPr>
          <p:spPr>
            <a:xfrm>
              <a:off x="9520000" y="720000"/>
              <a:ext cx="120000" cy="120000"/>
            </a:xfrm>
            <a:prstGeom prst="ellipse">
              <a:avLst/>
            </a:prstGeom>
            <a:solidFill>
              <a:srgbClr val="F1C40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3" name="Lbl3">
              <a:extLst>
                <a:ext uri="{FF2B5EF4-FFF2-40B4-BE49-F238E27FC236}">
                  <a16:creationId xmlns:a16="http://schemas.microsoft.com/office/drawing/2014/main" id="{34F94A80-85E9-EF89-D739-CA80FD715586}"/>
                </a:ext>
              </a:extLst>
            </p:cNvPr>
            <p:cNvSpPr txBox="1"/>
            <p:nvPr/>
          </p:nvSpPr>
          <p:spPr>
            <a:xfrm>
              <a:off x="967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At Risk</a:t>
              </a:r>
            </a:p>
          </p:txBody>
        </p:sp>
        <p:sp>
          <p:nvSpPr>
            <p:cNvPr id="34" name="Dot4">
              <a:extLst>
                <a:ext uri="{FF2B5EF4-FFF2-40B4-BE49-F238E27FC236}">
                  <a16:creationId xmlns:a16="http://schemas.microsoft.com/office/drawing/2014/main" id="{95D7A5AD-9F52-3519-BA87-D8F3DB6ADA68}"/>
                </a:ext>
              </a:extLst>
            </p:cNvPr>
            <p:cNvSpPr/>
            <p:nvPr/>
          </p:nvSpPr>
          <p:spPr>
            <a:xfrm>
              <a:off x="10650000" y="720000"/>
              <a:ext cx="120000" cy="12000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5" name="Lbl4">
              <a:extLst>
                <a:ext uri="{FF2B5EF4-FFF2-40B4-BE49-F238E27FC236}">
                  <a16:creationId xmlns:a16="http://schemas.microsoft.com/office/drawing/2014/main" id="{6AC06057-B5F5-BAAD-4352-E90983D1FB86}"/>
                </a:ext>
              </a:extLst>
            </p:cNvPr>
            <p:cNvSpPr txBox="1"/>
            <p:nvPr/>
          </p:nvSpPr>
          <p:spPr>
            <a:xfrm>
              <a:off x="1080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Off Track</a:t>
              </a:r>
            </a:p>
          </p:txBody>
        </p:sp>
      </p:grpSp>
      <p:sp>
        <p:nvSpPr>
          <p:cNvPr id="13" name="LegendBox">
            <a:extLst>
              <a:ext uri="{FF2B5EF4-FFF2-40B4-BE49-F238E27FC236}">
                <a16:creationId xmlns:a16="http://schemas.microsoft.com/office/drawing/2014/main" id="{92A6CAA0-FDE3-2FD0-09F9-92D52E882E3C}"/>
              </a:ext>
            </a:extLst>
          </p:cNvPr>
          <p:cNvSpPr/>
          <p:nvPr/>
        </p:nvSpPr>
        <p:spPr>
          <a:xfrm>
            <a:off x="10192077" y="210000"/>
            <a:ext cx="1399112" cy="6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90000" tIns="50000" rIns="90000" bIns="5000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31313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Status: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14600339-6144-3556-FD70-AAF6E472D810}"/>
              </a:ext>
            </a:extLst>
          </p:cNvPr>
          <p:cNvSpPr txBox="1"/>
          <p:nvPr/>
        </p:nvSpPr>
        <p:spPr>
          <a:xfrm>
            <a:off x="514863" y="982262"/>
            <a:ext cx="11101069" cy="605294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200"/>
              </a:spcBef>
            </a:pPr>
            <a:r>
              <a:rPr lang="en-US" sz="900" dirty="0">
                <a:solidFill>
                  <a:srgbClr val="313131"/>
                </a:solidFill>
              </a:rPr>
              <a:t>{{AI_PDM_DEFECT_STATUS}}</a:t>
            </a:r>
            <a:r>
              <a:rPr lang="en-US" sz="900" b="1" dirty="0">
                <a:solidFill>
                  <a:srgbClr val="313131"/>
                </a:solidFill>
              </a:rPr>
              <a:t/>
            </a:r>
            <a:r>
              <a:rPr lang="en-US" sz="900" dirty="0">
                <a:solidFill>
                  <a:srgbClr val="313131"/>
                </a:solidFill>
              </a:rPr>
              <a:t/>
            </a:r>
            <a:r>
              <a:rPr lang="en-US" sz="900" b="1" dirty="0">
                <a:solidFill>
                  <a:srgbClr val="313131"/>
                </a:solidFill>
              </a:rPr>
              <a:t/>
            </a:r>
            <a:r>
              <a:rPr lang="en-US" sz="900" dirty="0">
                <a:solidFill>
                  <a:srgbClr val="313131"/>
                </a:solidFill>
              </a:rPr>
              <a:t/>
            </a:r>
            <a:endParaRPr lang="en-US" dirty="0"/>
          </a:p>
          <a:p>
            <a:pPr>
              <a:spcBef>
                <a:spcPts val="200"/>
              </a:spcBef>
            </a:pPr>
            <a:endParaRPr lang="en-US" sz="900" dirty="0">
              <a:solidFill>
                <a:srgbClr val="313131"/>
              </a:solidFill>
              <a:ea typeface="Calibri"/>
              <a:cs typeface="Calibri"/>
            </a:endParaRPr>
          </a:p>
          <a:p>
            <a:pPr>
              <a:spcBef>
                <a:spcPts val="200"/>
              </a:spcBef>
            </a:pPr>
            <a:endParaRPr lang="en-US" sz="900" dirty="0">
              <a:solidFill>
                <a:srgbClr val="313131"/>
              </a:solidFill>
              <a:ea typeface="Calibri"/>
              <a:cs typeface="Calibri"/>
            </a:endParaRPr>
          </a:p>
        </p:txBody>
      </p:sp>
      <p:sp>
        <p:nvSpPr>
          <p:cNvPr id="6" name="Dot4">
            <a:extLst>
              <a:ext uri="{FF2B5EF4-FFF2-40B4-BE49-F238E27FC236}">
                <a16:creationId xmlns:a16="http://schemas.microsoft.com/office/drawing/2014/main" id="{1260D4F1-FCD9-8BA1-42E0-D923A624AFEF}"/>
              </a:ext>
            </a:extLst>
          </p:cNvPr>
          <p:cNvSpPr/>
          <p:nvPr/>
        </p:nvSpPr>
        <p:spPr>
          <a:xfrm>
            <a:off x="10830543" y="558560"/>
            <a:ext cx="120000" cy="120000"/>
          </a:xfrm>
          <a:prstGeom prst="ellipse">
            <a:avLst/>
          </a:prstGeom>
          <a:solidFill>
            <a:srgbClr val="E74C3C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" name="NarrLeft">
            <a:extLst>
              <a:ext uri="{FF2B5EF4-FFF2-40B4-BE49-F238E27FC236}">
                <a16:creationId xmlns:a16="http://schemas.microsoft.com/office/drawing/2014/main" id="{B8652786-6E36-3217-9FF0-D7BB0C7DEF8D}"/>
              </a:ext>
            </a:extLst>
          </p:cNvPr>
          <p:cNvSpPr txBox="1"/>
          <p:nvPr/>
        </p:nvSpPr>
        <p:spPr>
          <a:xfrm>
            <a:off x="501650" y="3993532"/>
            <a:ext cx="5406764" cy="1893662"/>
          </a:xfrm>
          <a:prstGeom prst="rect">
            <a:avLst/>
          </a:prstGeom>
          <a:solidFill>
            <a:srgbClr val="F7F7F7"/>
          </a:solidFill>
          <a:ln w="12700">
            <a:solidFill>
              <a:srgbClr val="CCCCCC"/>
            </a:solidFill>
          </a:ln>
        </p:spPr>
        <p:txBody>
          <a:bodyPr wrap="square" lIns="182880" tIns="182880" rIns="182880" bIns="182880" anchor="t"/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050" b="1" dirty="0">
                <a:solidFill>
                  <a:srgbClr val="007680"/>
                </a:solidFill>
                <a:latin typeface="Calibri"/>
              </a:rPr>
              <a:t>Key Insights on Defects</a:t>
            </a:r>
            <a:r>
              <a:rPr lang="en-US" sz="1050" b="1" dirty="0">
                <a:solidFill>
                  <a:srgbClr val="007680"/>
                </a:solidFill>
                <a:latin typeface="Calibri"/>
                <a:ea typeface="Calibri"/>
                <a:cs typeface="Calibri"/>
              </a:rPr>
              <a:t>:</a:t>
            </a:r>
            <a:endParaRPr lang="en-US" sz="1050" b="1" dirty="0">
              <a:solidFill>
                <a:srgbClr val="007680"/>
              </a:solidFill>
              <a:latin typeface="Calibri"/>
            </a:endParaRPr>
          </a:p>
          <a:p>
            <a:pPr marL="171450" indent="-171450">
              <a:lnSpc>
                <a:spcPct val="10000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/>
              <a:t>{{AI_PDM_DEFECT_INSIGHTS}}</a:t>
            </a: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/>
              <a:t/>
            </a:r>
            <a:r>
              <a:rPr lang="en-US" sz="1000" b="1" dirty="0"/>
              <a:t/>
            </a:r>
            <a:r>
              <a:rPr lang="en-US" sz="1000" dirty="0"/>
              <a:t/>
            </a: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</a:rPr>
              <a:t/>
            </a:r>
            <a:r>
              <a:rPr lang="en-US" sz="1000" b="1" dirty="0">
                <a:solidFill>
                  <a:srgbClr val="333333"/>
                </a:solidFill>
              </a:rPr>
              <a:t/>
            </a:r>
            <a:r>
              <a:rPr lang="en-US" sz="1000" dirty="0">
                <a:solidFill>
                  <a:srgbClr val="333333"/>
                </a:solidFill>
              </a:rPr>
              <a:t/>
            </a: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</a:rPr>
              <a:t/>
            </a:r>
            <a:r>
              <a:rPr lang="en-US" sz="1000" b="1" dirty="0">
                <a:solidFill>
                  <a:srgbClr val="333333"/>
                </a:solidFill>
              </a:rPr>
              <a:t/>
            </a:r>
            <a:r>
              <a:rPr lang="en-US" sz="1000" dirty="0">
                <a:solidFill>
                  <a:srgbClr val="333333"/>
                </a:solidFill>
              </a:rPr>
              <a:t/>
            </a: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</a:rPr>
              <a:t/>
            </a:r>
          </a:p>
          <a:p>
            <a:pPr marL="171450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/>
              <a:t/>
            </a:r>
          </a:p>
          <a:p>
            <a:pPr marL="171450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>
              <a:lnSpc>
                <a:spcPct val="114999"/>
              </a:lnSpc>
              <a:spcBef>
                <a:spcPts val="300"/>
              </a:spcBef>
            </a:pPr>
            <a:endParaRPr lang="en-US" sz="1000" dirty="0">
              <a:solidFill>
                <a:srgbClr val="333333"/>
              </a:solidFill>
              <a:ea typeface="Calibri"/>
              <a:cs typeface="Calibri"/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br>
              <a:rPr lang="en-US" sz="1000" dirty="0"/>
            </a:br>
            <a:endParaRPr lang="en-US" sz="1000" dirty="0">
              <a:solidFill>
                <a:srgbClr val="333333"/>
              </a:solidFill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endParaRPr lang="en-US" sz="1000" b="0" dirty="0">
              <a:solidFill>
                <a:srgbClr val="333333"/>
              </a:solidFill>
              <a:latin typeface="Calibri"/>
            </a:endParaRPr>
          </a:p>
        </p:txBody>
      </p:sp>
      <p:sp>
        <p:nvSpPr>
          <p:cNvPr id="19" name="NarrLeft">
            <a:extLst>
              <a:ext uri="{FF2B5EF4-FFF2-40B4-BE49-F238E27FC236}">
                <a16:creationId xmlns:a16="http://schemas.microsoft.com/office/drawing/2014/main" id="{8989A7C4-2A1E-CB24-608F-2D57939B1AB4}"/>
              </a:ext>
            </a:extLst>
          </p:cNvPr>
          <p:cNvSpPr txBox="1"/>
          <p:nvPr/>
        </p:nvSpPr>
        <p:spPr>
          <a:xfrm>
            <a:off x="6487008" y="4003129"/>
            <a:ext cx="5123714" cy="1893662"/>
          </a:xfrm>
          <a:prstGeom prst="rect">
            <a:avLst/>
          </a:prstGeom>
          <a:solidFill>
            <a:srgbClr val="F7F7F7"/>
          </a:solidFill>
          <a:ln w="12700">
            <a:solidFill>
              <a:srgbClr val="CCCCCC"/>
            </a:solidFill>
          </a:ln>
        </p:spPr>
        <p:txBody>
          <a:bodyPr wrap="square" lIns="182880" tIns="182880" rIns="182880" bIns="182880" anchor="t"/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050" b="1" dirty="0">
                <a:solidFill>
                  <a:srgbClr val="007680"/>
                </a:solidFill>
                <a:latin typeface="Calibri"/>
              </a:rPr>
              <a:t>Key Insights on PDM Defect Burndown</a:t>
            </a:r>
            <a:r>
              <a:rPr lang="en-US" sz="1050" b="1" dirty="0">
                <a:solidFill>
                  <a:srgbClr val="007680"/>
                </a:solidFill>
                <a:latin typeface="Calibri"/>
                <a:ea typeface="Calibri"/>
                <a:cs typeface="Calibri"/>
              </a:rPr>
              <a:t>:</a:t>
            </a:r>
            <a:endParaRPr lang="en-US" sz="1050" b="1" dirty="0">
              <a:solidFill>
                <a:srgbClr val="007680"/>
              </a:solidFill>
              <a:latin typeface="Calibri"/>
            </a:endParaRPr>
          </a:p>
          <a:p>
            <a:pPr marL="171450" indent="-171450"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</a:pPr>
            <a:r>
              <a:rPr lang="en-US" sz="1000" dirty="0"/>
              <a:t>{{AI_PDM_BURNDOWN_INSIGHTS}}</a:t>
            </a:r>
          </a:p>
          <a:p>
            <a:pPr marL="171450" indent="-171450"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</a:pPr>
            <a:r>
              <a:rPr lang="en-US" sz="1000" dirty="0"/>
              <a:t/>
            </a:r>
            <a:r>
              <a:rPr lang="en-US" sz="1000" b="1" dirty="0"/>
              <a:t/>
            </a:r>
          </a:p>
          <a:p>
            <a:pPr marL="171450" indent="-171450"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</a:pPr>
            <a:r>
              <a:rPr lang="en-US" sz="1000" b="1" dirty="0"/>
              <a:t/>
            </a:r>
            <a:r>
              <a:rPr lang="en-US" sz="1000" dirty="0"/>
              <a:t/>
            </a:r>
          </a:p>
          <a:p>
            <a:pPr lvl="1">
              <a:spcBef>
                <a:spcPts val="300"/>
              </a:spcBef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>
              <a:lnSpc>
                <a:spcPct val="114999"/>
              </a:lnSpc>
              <a:spcBef>
                <a:spcPts val="300"/>
              </a:spcBef>
            </a:pPr>
            <a:endParaRPr lang="en-US" sz="1000" dirty="0">
              <a:solidFill>
                <a:srgbClr val="333333"/>
              </a:solidFill>
              <a:ea typeface="Calibri"/>
              <a:cs typeface="Calibri"/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br>
              <a:rPr lang="en-US" sz="1000" dirty="0"/>
            </a:br>
            <a:endParaRPr lang="en-US" sz="1000" dirty="0">
              <a:solidFill>
                <a:srgbClr val="333333"/>
              </a:solidFill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endParaRPr lang="en-US" sz="1000" b="0" dirty="0">
              <a:solidFill>
                <a:srgbClr val="333333"/>
              </a:solidFill>
              <a:latin typeface="Calibri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810F0C2-4E4C-A305-D2D8-F87CB9E367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7103" y="1361963"/>
            <a:ext cx="4928616" cy="26315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48937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5008FB-3B22-3381-2D3E-4301758DA6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CFEEB38-2B93-797A-77F7-9A6073F70D2B}"/>
              </a:ext>
            </a:extLst>
          </p:cNvPr>
          <p:cNvSpPr txBox="1"/>
          <p:nvPr/>
        </p:nvSpPr>
        <p:spPr>
          <a:xfrm>
            <a:off x="501652" y="280000"/>
            <a:ext cx="11188700" cy="3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2400" b="1">
                <a:solidFill>
                  <a:prstClr val="black"/>
                </a:solidFill>
                <a:latin typeface="Calibri"/>
              </a:rPr>
              <a:t>Benefits Testing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Execution Report | </a:t>
            </a:r>
            <a:r>
              <a:rPr lang="en-US" sz="2400" b="1">
                <a:solidFill>
                  <a:srgbClr val="00827E"/>
                </a:solidFill>
                <a:latin typeface="Calibri"/>
              </a:rPr>
              <a:t>SIT</a:t>
            </a:r>
            <a:r>
              <a:rPr lang="en-US" sz="2400" b="1">
                <a:solidFill>
                  <a:prstClr val="black"/>
                </a:solidFill>
                <a:latin typeface="Calibri"/>
              </a:rPr>
              <a:t> </a:t>
            </a:r>
            <a:r>
              <a:rPr lang="en-US" sz="2400" b="1">
                <a:solidFill>
                  <a:srgbClr val="00827E"/>
                </a:solidFill>
                <a:latin typeface="Calibri"/>
              </a:rPr>
              <a:t>Testing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srgbClr val="00827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Status</a:t>
            </a:r>
          </a:p>
        </p:txBody>
      </p:sp>
      <p:sp>
        <p:nvSpPr>
          <p:cNvPr id="3" name="AsOf">
            <a:extLst>
              <a:ext uri="{FF2B5EF4-FFF2-40B4-BE49-F238E27FC236}">
                <a16:creationId xmlns:a16="http://schemas.microsoft.com/office/drawing/2014/main" id="{E0D2B2DF-D32C-68A0-4E07-5365E81C17D6}"/>
              </a:ext>
            </a:extLst>
          </p:cNvPr>
          <p:cNvSpPr txBox="1"/>
          <p:nvPr/>
        </p:nvSpPr>
        <p:spPr>
          <a:xfrm>
            <a:off x="501652" y="680000"/>
            <a:ext cx="11188700" cy="26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1200" b="1" u="sng">
                <a:solidFill>
                  <a:srgbClr val="313131"/>
                </a:solidFill>
              </a:rPr>
              <a:t>As-of: {{Date}}</a:t>
            </a:r>
          </a:p>
        </p:txBody>
      </p:sp>
      <p:sp>
        <p:nvSpPr>
          <p:cNvPr id="4" name="LegendBox">
            <a:extLst>
              <a:ext uri="{FF2B5EF4-FFF2-40B4-BE49-F238E27FC236}">
                <a16:creationId xmlns:a16="http://schemas.microsoft.com/office/drawing/2014/main" id="{C5AF1582-CDC9-F592-4EB1-797D4002AF9D}"/>
              </a:ext>
            </a:extLst>
          </p:cNvPr>
          <p:cNvSpPr/>
          <p:nvPr/>
        </p:nvSpPr>
        <p:spPr>
          <a:xfrm>
            <a:off x="10192077" y="210000"/>
            <a:ext cx="1399112" cy="6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90000" tIns="50000" rIns="90000" bIns="5000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31313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Status:</a:t>
            </a:r>
          </a:p>
        </p:txBody>
      </p:sp>
      <p:graphicFrame>
        <p:nvGraphicFramePr>
          <p:cNvPr id="20" name="ExecSummary">
            <a:extLst>
              <a:ext uri="{FF2B5EF4-FFF2-40B4-BE49-F238E27FC236}">
                <a16:creationId xmlns:a16="http://schemas.microsoft.com/office/drawing/2014/main" id="{8ED0D279-FC56-84FA-9E01-C433CF90C7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5047249"/>
              </p:ext>
            </p:extLst>
          </p:nvPr>
        </p:nvGraphicFramePr>
        <p:xfrm>
          <a:off x="501651" y="1490836"/>
          <a:ext cx="11163821" cy="132984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0466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031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3031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6609">
                  <a:extLst>
                    <a:ext uri="{9D8B030D-6E8A-4147-A177-3AD203B41FA5}">
                      <a16:colId xmlns:a16="http://schemas.microsoft.com/office/drawing/2014/main" val="1350781296"/>
                    </a:ext>
                  </a:extLst>
                </a:gridCol>
                <a:gridCol w="104660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4660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4660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1275631766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3397728983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3979944116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1112938457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3276562566"/>
                    </a:ext>
                  </a:extLst>
                </a:gridCol>
              </a:tblGrid>
              <a:tr h="216281">
                <a:tc gridSpan="12"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+mn-lt"/>
                        </a:rPr>
                        <a:t>Overall Testing Execution Summary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Phase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Planned TCs</a:t>
                      </a:r>
                      <a:r>
                        <a:rPr lang="en-US" sz="1000" baseline="30000">
                          <a:latin typeface="+mn-lt"/>
                        </a:rPr>
                        <a:t>*</a:t>
                      </a:r>
                      <a:endParaRPr lang="en-US" sz="1000" b="1">
                        <a:solidFill>
                          <a:srgbClr val="313131"/>
                        </a:solidFill>
                        <a:latin typeface="+mn-lt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Execution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In Progress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Blocked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latin typeface="+mn-lt"/>
                        </a:rPr>
                        <a:t>SIT – Priority Benefit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{{BENEPBTTC}}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{{BENEPBETC}}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{{BENEPBEP}}%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{{BENEPBPTC}}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{{BENEPBPP}}%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{{BENEPBFTC}}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{{BENEPBFP}}%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{{BENEPBIPTC}}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{{BENEPBBTC}}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{{BENEPBNSTC}}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{{BENEPBDEF}}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latin typeface="+mn-lt"/>
                        </a:rPr>
                        <a:t>SIT – 2026 Benefits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{{BENE26TTC}}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{{BENE26ETC}}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{{BENE26EP}}%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{{BENE26PTC}}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{{BENE26PP}}%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{{BENE26FTC}}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{{BENE26FP}}%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{{BENE26IPTC}}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{{BENE26BTC}}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{{BENE26NSTC}}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{{BENE26DEF}}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36075110"/>
                  </a:ext>
                </a:extLst>
              </a:tr>
            </a:tbl>
          </a:graphicData>
        </a:graphic>
      </p:graphicFrame>
      <p:graphicFrame>
        <p:nvGraphicFramePr>
          <p:cNvPr id="30" name="WorkstreamSummary">
            <a:extLst>
              <a:ext uri="{FF2B5EF4-FFF2-40B4-BE49-F238E27FC236}">
                <a16:creationId xmlns:a16="http://schemas.microsoft.com/office/drawing/2014/main" id="{618782B0-D982-744F-A272-59964160DC9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4590205"/>
              </p:ext>
            </p:extLst>
          </p:nvPr>
        </p:nvGraphicFramePr>
        <p:xfrm>
          <a:off x="501648" y="2916387"/>
          <a:ext cx="11163826" cy="27162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4718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8308">
                  <a:extLst>
                    <a:ext uri="{9D8B030D-6E8A-4147-A177-3AD203B41FA5}">
                      <a16:colId xmlns:a16="http://schemas.microsoft.com/office/drawing/2014/main" val="2650012367"/>
                    </a:ext>
                  </a:extLst>
                </a:gridCol>
                <a:gridCol w="11683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3849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38494">
                  <a:extLst>
                    <a:ext uri="{9D8B030D-6E8A-4147-A177-3AD203B41FA5}">
                      <a16:colId xmlns:a16="http://schemas.microsoft.com/office/drawing/2014/main" val="3720477358"/>
                    </a:ext>
                  </a:extLst>
                </a:gridCol>
                <a:gridCol w="103849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3849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0868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908684">
                  <a:extLst>
                    <a:ext uri="{9D8B030D-6E8A-4147-A177-3AD203B41FA5}">
                      <a16:colId xmlns:a16="http://schemas.microsoft.com/office/drawing/2014/main" val="3191463391"/>
                    </a:ext>
                  </a:extLst>
                </a:gridCol>
                <a:gridCol w="90868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80000">
                <a:tc gridSpan="10"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+mn-lt"/>
                        </a:rPr>
                        <a:t>Benefits SIT Review Summary – Test Cases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Benefit Type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Planned TCs</a:t>
                      </a:r>
                      <a:r>
                        <a:rPr lang="en-US" sz="1000" baseline="30000">
                          <a:latin typeface="+mn-lt"/>
                        </a:rPr>
                        <a:t>*</a:t>
                      </a:r>
                      <a:endParaRPr lang="en-US" sz="1000" b="1">
                        <a:solidFill>
                          <a:srgbClr val="313131"/>
                        </a:solidFill>
                        <a:latin typeface="+mn-lt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Target Completion Date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In Progress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Blocked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latin typeface="+mn-lt"/>
                        </a:rPr>
                        <a:t>Signature HMO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{{BENESIHMTTC}}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0" i="0" u="none" strike="noStrike" noProof="0" dirty="0">
                          <a:latin typeface="+mn-lt"/>
                          <a:ea typeface="Calibri"/>
                          <a:cs typeface="Calibri"/>
                        </a:rPr>
                        <a:t>10/15/2026</a:t>
                      </a:r>
                      <a:endParaRPr lang="en-US" sz="10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{{BENESIHMETC}}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{{BENESIHMPTC}}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{{BENESIHMFTC}}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{{BENESIHMIPTC}}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{{BENESIHMBTC}}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{{BENESIHMNSTC}}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{{BENESIHMDEFOPEN}}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latin typeface="+mn-lt"/>
                        </a:rPr>
                        <a:t>Access PPO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{{BENEACPTTC}}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10/15/2026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{{BENEACPETC}}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{{BENEACPPTC}}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{{BENEACPFTC}}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{{BENEACPIPTC}}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{{BENEACPBTC}}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{{BENEACPNSTC}}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{{BENEACPDEFOPEN}}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+mn-lt"/>
                        </a:rPr>
                        <a:t>Premium PPO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{{BENEPRPTTC}}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0" i="0" u="none" strike="noStrike" noProof="0">
                          <a:latin typeface="+mn-lt"/>
                          <a:ea typeface="Calibri"/>
                          <a:cs typeface="Calibri"/>
                        </a:rPr>
                        <a:t>10/15/2026</a:t>
                      </a:r>
                      <a:endParaRPr lang="en-US" sz="100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{{BENEPRPETC}}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{{BENEPRPPTC}}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{{BENEPRPFTC}}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{{BENEPRPIPTC}}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{{BENEPRPBTC}}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{{BENEPRPNSTC}}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{{BENEPRPDEFOPEN}}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4637741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latin typeface="+mn-lt"/>
                        </a:rPr>
                        <a:t>MMEGWP PPO CWRU MAPD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{{BENEMMEGWPTTC}}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0" i="0" u="none" strike="noStrike" noProof="0" dirty="0">
                          <a:latin typeface="+mn-lt"/>
                          <a:ea typeface="Calibri"/>
                          <a:cs typeface="Calibri"/>
                        </a:rPr>
                        <a:t>11/30/2026</a:t>
                      </a:r>
                      <a:endParaRPr lang="en-US" sz="10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{{BENEMMEGWPETC}}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{{BENEMMEGWPPTC}}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{{BENEMMEGWPFTC}}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{{BENEMMEGWPIPTC}}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{{BENEMMEGWPBTC}}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{{BENEMMEGWPNSTC}}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{{BENEMMEGWPDEFOPEN}}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11736708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+mn-lt"/>
                        </a:rPr>
                        <a:t>Classic HMO NEOH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{{BENENEOHTTC}}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0" i="0" u="none" strike="noStrike" noProof="0">
                          <a:latin typeface="+mn-lt"/>
                          <a:ea typeface="Calibri"/>
                          <a:cs typeface="Calibri"/>
                        </a:rPr>
                        <a:t>11/30/2026</a:t>
                      </a:r>
                      <a:endParaRPr lang="en-US" sz="100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{{BENENEOHETC}}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{{BENENEOHPTC}}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{{BENENEOHFTC}}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{{BENENEOHIPTC}}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{{BENENEOHBTC}}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{{BENENEOHNSTC}}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{{BENENEOHDEFOPEN}}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+mn-lt"/>
                        </a:rPr>
                        <a:t>Grand Total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{{ACTIVEBENTTC}}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--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{{ACTIVEBENETC}}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{{ACTIVEBENPTC}}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{{ACTIVEBENFTC}}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{{ACTIVEBENIPTC}}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{{ACTIVEBENBTC}}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{{ACTIVEBENNSTC}}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{{ACTIVEBENB}}</a:t>
                      </a:r>
                      <a:endParaRPr lang="en-US" dirty="0"/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pSp>
        <p:nvGrpSpPr>
          <p:cNvPr id="25" name="Group 24">
            <a:extLst>
              <a:ext uri="{FF2B5EF4-FFF2-40B4-BE49-F238E27FC236}">
                <a16:creationId xmlns:a16="http://schemas.microsoft.com/office/drawing/2014/main" id="{12DA35A4-73BD-EB68-B47D-E57C6E793B0D}"/>
              </a:ext>
            </a:extLst>
          </p:cNvPr>
          <p:cNvGrpSpPr/>
          <p:nvPr/>
        </p:nvGrpSpPr>
        <p:grpSpPr>
          <a:xfrm>
            <a:off x="7821411" y="215093"/>
            <a:ext cx="2300000" cy="660000"/>
            <a:chOff x="9400000" y="280000"/>
            <a:chExt cx="2300000" cy="660000"/>
          </a:xfrm>
        </p:grpSpPr>
        <p:sp>
          <p:nvSpPr>
            <p:cNvPr id="26" name="LegendBox">
              <a:extLst>
                <a:ext uri="{FF2B5EF4-FFF2-40B4-BE49-F238E27FC236}">
                  <a16:creationId xmlns:a16="http://schemas.microsoft.com/office/drawing/2014/main" id="{A6A031FF-C4FB-39FF-D70D-D74E7BFD4813}"/>
                </a:ext>
              </a:extLst>
            </p:cNvPr>
            <p:cNvSpPr/>
            <p:nvPr/>
          </p:nvSpPr>
          <p:spPr>
            <a:xfrm>
              <a:off x="9400000" y="280000"/>
              <a:ext cx="2290000" cy="6600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</a:ln>
          </p:spPr>
          <p:txBody>
            <a:bodyPr wrap="square" lIns="90000" tIns="50000" rIns="90000" bIns="5000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1" i="0" u="none" strike="noStrike" kern="1200" cap="none" spc="0" normalizeH="0" baseline="0" noProof="0">
                  <a:ln>
                    <a:noFill/>
                  </a:ln>
                  <a:solidFill>
                    <a:srgbClr val="313131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Legend:</a:t>
              </a:r>
            </a:p>
          </p:txBody>
        </p:sp>
        <p:sp>
          <p:nvSpPr>
            <p:cNvPr id="27" name="Dot1">
              <a:extLst>
                <a:ext uri="{FF2B5EF4-FFF2-40B4-BE49-F238E27FC236}">
                  <a16:creationId xmlns:a16="http://schemas.microsoft.com/office/drawing/2014/main" id="{03C492A8-D2FC-4F01-1A0E-96739CAEC9CC}"/>
                </a:ext>
              </a:extLst>
            </p:cNvPr>
            <p:cNvSpPr/>
            <p:nvPr/>
          </p:nvSpPr>
          <p:spPr>
            <a:xfrm>
              <a:off x="9520000" y="500000"/>
              <a:ext cx="120000" cy="12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8" name="Lbl1">
              <a:extLst>
                <a:ext uri="{FF2B5EF4-FFF2-40B4-BE49-F238E27FC236}">
                  <a16:creationId xmlns:a16="http://schemas.microsoft.com/office/drawing/2014/main" id="{A132B09D-CD33-753F-2E30-86FE319D5D49}"/>
                </a:ext>
              </a:extLst>
            </p:cNvPr>
            <p:cNvSpPr txBox="1"/>
            <p:nvPr/>
          </p:nvSpPr>
          <p:spPr>
            <a:xfrm>
              <a:off x="967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Complete</a:t>
              </a:r>
            </a:p>
          </p:txBody>
        </p:sp>
        <p:sp>
          <p:nvSpPr>
            <p:cNvPr id="29" name="Dot2">
              <a:extLst>
                <a:ext uri="{FF2B5EF4-FFF2-40B4-BE49-F238E27FC236}">
                  <a16:creationId xmlns:a16="http://schemas.microsoft.com/office/drawing/2014/main" id="{46A82D32-465F-4C6A-4E16-BF6FAD9DBC54}"/>
                </a:ext>
              </a:extLst>
            </p:cNvPr>
            <p:cNvSpPr/>
            <p:nvPr/>
          </p:nvSpPr>
          <p:spPr>
            <a:xfrm>
              <a:off x="10650000" y="500000"/>
              <a:ext cx="120000" cy="120000"/>
            </a:xfrm>
            <a:prstGeom prst="ellipse">
              <a:avLst/>
            </a:prstGeom>
            <a:solidFill>
              <a:srgbClr val="2ECC71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1" name="Lbl2">
              <a:extLst>
                <a:ext uri="{FF2B5EF4-FFF2-40B4-BE49-F238E27FC236}">
                  <a16:creationId xmlns:a16="http://schemas.microsoft.com/office/drawing/2014/main" id="{2226B45D-97CD-5CD0-11EE-399C1D7D3AAB}"/>
                </a:ext>
              </a:extLst>
            </p:cNvPr>
            <p:cNvSpPr txBox="1"/>
            <p:nvPr/>
          </p:nvSpPr>
          <p:spPr>
            <a:xfrm>
              <a:off x="1080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On Track</a:t>
              </a:r>
            </a:p>
          </p:txBody>
        </p:sp>
        <p:sp>
          <p:nvSpPr>
            <p:cNvPr id="32" name="Dot3">
              <a:extLst>
                <a:ext uri="{FF2B5EF4-FFF2-40B4-BE49-F238E27FC236}">
                  <a16:creationId xmlns:a16="http://schemas.microsoft.com/office/drawing/2014/main" id="{31D63CB6-A618-EAC0-5952-B0D3C09A3B94}"/>
                </a:ext>
              </a:extLst>
            </p:cNvPr>
            <p:cNvSpPr/>
            <p:nvPr/>
          </p:nvSpPr>
          <p:spPr>
            <a:xfrm>
              <a:off x="9520000" y="720000"/>
              <a:ext cx="120000" cy="120000"/>
            </a:xfrm>
            <a:prstGeom prst="ellipse">
              <a:avLst/>
            </a:prstGeom>
            <a:solidFill>
              <a:srgbClr val="F1C40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3" name="Lbl3">
              <a:extLst>
                <a:ext uri="{FF2B5EF4-FFF2-40B4-BE49-F238E27FC236}">
                  <a16:creationId xmlns:a16="http://schemas.microsoft.com/office/drawing/2014/main" id="{23987B76-0DD5-5676-61FE-2003C25B7A83}"/>
                </a:ext>
              </a:extLst>
            </p:cNvPr>
            <p:cNvSpPr txBox="1"/>
            <p:nvPr/>
          </p:nvSpPr>
          <p:spPr>
            <a:xfrm>
              <a:off x="967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At Risk</a:t>
              </a:r>
            </a:p>
          </p:txBody>
        </p:sp>
        <p:sp>
          <p:nvSpPr>
            <p:cNvPr id="34" name="Dot4">
              <a:extLst>
                <a:ext uri="{FF2B5EF4-FFF2-40B4-BE49-F238E27FC236}">
                  <a16:creationId xmlns:a16="http://schemas.microsoft.com/office/drawing/2014/main" id="{B1E4F265-6E5B-FD5C-6AF6-20BACE8DABB7}"/>
                </a:ext>
              </a:extLst>
            </p:cNvPr>
            <p:cNvSpPr/>
            <p:nvPr/>
          </p:nvSpPr>
          <p:spPr>
            <a:xfrm>
              <a:off x="10650000" y="720000"/>
              <a:ext cx="120000" cy="12000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5" name="Lbl4">
              <a:extLst>
                <a:ext uri="{FF2B5EF4-FFF2-40B4-BE49-F238E27FC236}">
                  <a16:creationId xmlns:a16="http://schemas.microsoft.com/office/drawing/2014/main" id="{00ECB676-F3A6-DABF-8112-376FC2BAFC7C}"/>
                </a:ext>
              </a:extLst>
            </p:cNvPr>
            <p:cNvSpPr txBox="1"/>
            <p:nvPr/>
          </p:nvSpPr>
          <p:spPr>
            <a:xfrm>
              <a:off x="1080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Off Track</a:t>
              </a:r>
            </a:p>
          </p:txBody>
        </p:sp>
      </p:grpSp>
      <p:sp>
        <p:nvSpPr>
          <p:cNvPr id="5" name="TextBox 9">
            <a:extLst>
              <a:ext uri="{FF2B5EF4-FFF2-40B4-BE49-F238E27FC236}">
                <a16:creationId xmlns:a16="http://schemas.microsoft.com/office/drawing/2014/main" id="{79EC38D1-5F6B-40F1-80E8-5EFE366432DC}"/>
              </a:ext>
            </a:extLst>
          </p:cNvPr>
          <p:cNvSpPr txBox="1"/>
          <p:nvPr/>
        </p:nvSpPr>
        <p:spPr>
          <a:xfrm>
            <a:off x="501648" y="6362001"/>
            <a:ext cx="3651641" cy="184666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SzPct val="100000"/>
            </a:pPr>
            <a:r>
              <a:rPr lang="en-US" sz="1200"/>
              <a:t>Link to detailed list of defects in ADO: </a:t>
            </a:r>
            <a:r>
              <a:rPr lang="en-US" sz="1200">
                <a:hlinkClick r:id="rId3"/>
              </a:rPr>
              <a:t>ADO Benefit Defects</a:t>
            </a:r>
            <a:endParaRPr lang="en-US" sz="1200">
              <a:solidFill>
                <a:srgbClr val="313131"/>
              </a:solidFill>
              <a:ea typeface="Calibri"/>
              <a:cs typeface="Calibri"/>
              <a:hlinkClick r:id="rId3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59650D5-95BE-2E4E-7E8D-8EC1E9AAACA0}"/>
              </a:ext>
            </a:extLst>
          </p:cNvPr>
          <p:cNvSpPr txBox="1"/>
          <p:nvPr/>
        </p:nvSpPr>
        <p:spPr>
          <a:xfrm>
            <a:off x="500191" y="5869983"/>
            <a:ext cx="5967376" cy="492443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r>
              <a:rPr lang="en-US" sz="800" b="1" dirty="0">
                <a:solidFill>
                  <a:srgbClr val="313131"/>
                </a:solidFill>
              </a:rPr>
              <a:t>Executed</a:t>
            </a:r>
            <a:r>
              <a:rPr lang="en-US" sz="800" dirty="0">
                <a:solidFill>
                  <a:srgbClr val="313131"/>
                </a:solidFill>
              </a:rPr>
              <a:t> — The test case has been run at least once; a result has been recorded (regardless of outcome).</a:t>
            </a:r>
          </a:p>
          <a:p>
            <a:r>
              <a:rPr lang="en-US" sz="800" b="1" dirty="0">
                <a:solidFill>
                  <a:srgbClr val="313131"/>
                </a:solidFill>
              </a:rPr>
              <a:t>Passed</a:t>
            </a:r>
            <a:r>
              <a:rPr lang="en-US" sz="800" dirty="0">
                <a:solidFill>
                  <a:srgbClr val="313131"/>
                </a:solidFill>
              </a:rPr>
              <a:t> — The test case was executed and all steps/assertions met the expected results successfully.</a:t>
            </a:r>
            <a:endParaRPr lang="en-US" sz="800" dirty="0">
              <a:solidFill>
                <a:srgbClr val="313131"/>
              </a:solidFill>
              <a:ea typeface="Calibri"/>
              <a:cs typeface="Calibri"/>
            </a:endParaRPr>
          </a:p>
          <a:p>
            <a:r>
              <a:rPr lang="en-US" sz="800" b="1" dirty="0">
                <a:solidFill>
                  <a:srgbClr val="313131"/>
                </a:solidFill>
              </a:rPr>
              <a:t>Failed</a:t>
            </a:r>
            <a:r>
              <a:rPr lang="en-US" sz="800" dirty="0">
                <a:solidFill>
                  <a:srgbClr val="313131"/>
                </a:solidFill>
              </a:rPr>
              <a:t> — The test case was executed but one or more steps/assertions did not match the expected results, indicating a defect or issue.</a:t>
            </a:r>
          </a:p>
          <a:p>
            <a:r>
              <a:rPr lang="en-US" sz="800" b="1" dirty="0">
                <a:solidFill>
                  <a:srgbClr val="313131"/>
                </a:solidFill>
                <a:ea typeface="Calibri"/>
                <a:cs typeface="Calibri"/>
              </a:rPr>
              <a:t>In Progress </a:t>
            </a:r>
            <a:r>
              <a:rPr lang="en-US" sz="800" dirty="0">
                <a:solidFill>
                  <a:srgbClr val="313131"/>
                </a:solidFill>
                <a:ea typeface="Calibri"/>
                <a:cs typeface="Calibri"/>
              </a:rPr>
              <a:t>– The test case is currently in-progress awaiting to clear pending dependencies 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02D58E4-CCA9-B0A1-08F2-55502C6553A0}"/>
              </a:ext>
            </a:extLst>
          </p:cNvPr>
          <p:cNvSpPr txBox="1"/>
          <p:nvPr/>
        </p:nvSpPr>
        <p:spPr>
          <a:xfrm>
            <a:off x="500191" y="5633823"/>
            <a:ext cx="8599932" cy="50000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r>
              <a:rPr lang="en-US" sz="800">
                <a:solidFill>
                  <a:srgbClr val="313131"/>
                </a:solidFill>
              </a:rPr>
              <a:t>*Test case planning and ADO upload is in progress; cases will be added to ADO in alignment with test execution window.</a:t>
            </a:r>
            <a:br>
              <a:rPr lang="en-US" sz="800">
                <a:solidFill>
                  <a:srgbClr val="313131"/>
                </a:solidFill>
              </a:rPr>
            </a:br>
            <a:r>
              <a:rPr lang="en-US" sz="800">
                <a:solidFill>
                  <a:srgbClr val="313131"/>
                </a:solidFill>
              </a:rPr>
              <a:t>Note: Additional 2026 Benefit plans are still pending test execution and are not yet reflected in these totals; they will be incorporated as testing begins.</a:t>
            </a:r>
          </a:p>
          <a:p>
            <a:pPr>
              <a:spcBef>
                <a:spcPts val="600"/>
              </a:spcBef>
            </a:pPr>
            <a:endParaRPr lang="en-US" sz="800">
              <a:solidFill>
                <a:srgbClr val="313131"/>
              </a:solidFill>
              <a:ea typeface="Calibri"/>
              <a:cs typeface="Calibri"/>
            </a:endParaRPr>
          </a:p>
        </p:txBody>
      </p:sp>
      <p:sp>
        <p:nvSpPr>
          <p:cNvPr id="7" name="TextBox 4">
            <a:extLst>
              <a:ext uri="{FF2B5EF4-FFF2-40B4-BE49-F238E27FC236}">
                <a16:creationId xmlns:a16="http://schemas.microsoft.com/office/drawing/2014/main" id="{0D7E3419-BCA6-6695-18E2-932097DC8689}"/>
              </a:ext>
            </a:extLst>
          </p:cNvPr>
          <p:cNvSpPr txBox="1"/>
          <p:nvPr/>
        </p:nvSpPr>
        <p:spPr>
          <a:xfrm>
            <a:off x="500191" y="982262"/>
            <a:ext cx="11101069" cy="138499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</a:pPr>
            <a:r>
              <a:rPr lang="en-US" sz="900" dirty="0">
                <a:solidFill>
                  <a:srgbClr val="313131"/>
                </a:solidFill>
                <a:ea typeface="Calibri"/>
                <a:cs typeface="Calibri"/>
              </a:rPr>
              <a:t>{{AI_BENEFITS_STATUS}}</a:t>
            </a:r>
            <a:endParaRPr lang="en-US" sz="900" dirty="0">
              <a:solidFill>
                <a:srgbClr val="333333"/>
              </a:solidFill>
              <a:ea typeface="Calibri"/>
              <a:cs typeface="Calibri"/>
            </a:endParaRPr>
          </a:p>
        </p:txBody>
      </p:sp>
      <p:sp>
        <p:nvSpPr>
          <p:cNvPr id="8" name="Dot3">
            <a:extLst>
              <a:ext uri="{FF2B5EF4-FFF2-40B4-BE49-F238E27FC236}">
                <a16:creationId xmlns:a16="http://schemas.microsoft.com/office/drawing/2014/main" id="{5A59C70E-6484-A352-D9FE-E84F2CCE9E9A}"/>
              </a:ext>
            </a:extLst>
          </p:cNvPr>
          <p:cNvSpPr/>
          <p:nvPr/>
        </p:nvSpPr>
        <p:spPr>
          <a:xfrm>
            <a:off x="10832657" y="541882"/>
            <a:ext cx="120000" cy="120000"/>
          </a:xfrm>
          <a:prstGeom prst="ellipse">
            <a:avLst/>
          </a:prstGeom>
          <a:solidFill>
            <a:srgbClr val="F1C40F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428653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A098DD-2983-733F-C2AA-43B0BFDAFB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8C883B3B-A4D8-5BEA-F6DA-F2C60E53A113}"/>
              </a:ext>
            </a:extLst>
          </p:cNvPr>
          <p:cNvSpPr txBox="1"/>
          <p:nvPr/>
        </p:nvSpPr>
        <p:spPr>
          <a:xfrm>
            <a:off x="501652" y="280000"/>
            <a:ext cx="11188700" cy="3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Benefits Testing Defect Report |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827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Testing Status</a:t>
            </a:r>
          </a:p>
        </p:txBody>
      </p:sp>
      <p:sp>
        <p:nvSpPr>
          <p:cNvPr id="3" name="AsOf">
            <a:extLst>
              <a:ext uri="{FF2B5EF4-FFF2-40B4-BE49-F238E27FC236}">
                <a16:creationId xmlns:a16="http://schemas.microsoft.com/office/drawing/2014/main" id="{A6B90EBB-18F9-BA70-0220-8612AAD86C63}"/>
              </a:ext>
            </a:extLst>
          </p:cNvPr>
          <p:cNvSpPr txBox="1"/>
          <p:nvPr/>
        </p:nvSpPr>
        <p:spPr>
          <a:xfrm>
            <a:off x="501652" y="680000"/>
            <a:ext cx="11188700" cy="26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1200" b="1" u="sng" dirty="0">
                <a:solidFill>
                  <a:srgbClr val="313131"/>
                </a:solidFill>
              </a:rPr>
              <a:t>As-of: {{Date}}</a:t>
            </a:r>
          </a:p>
        </p:txBody>
      </p:sp>
      <p:graphicFrame>
        <p:nvGraphicFramePr>
          <p:cNvPr id="20" name="ExecSummary">
            <a:extLst>
              <a:ext uri="{FF2B5EF4-FFF2-40B4-BE49-F238E27FC236}">
                <a16:creationId xmlns:a16="http://schemas.microsoft.com/office/drawing/2014/main" id="{95F6666C-0C28-6B1E-5536-89416C450FE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5575337"/>
              </p:ext>
            </p:extLst>
          </p:nvPr>
        </p:nvGraphicFramePr>
        <p:xfrm>
          <a:off x="501650" y="1490836"/>
          <a:ext cx="5406762" cy="2557973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158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98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476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050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90169">
                  <a:extLst>
                    <a:ext uri="{9D8B030D-6E8A-4147-A177-3AD203B41FA5}">
                      <a16:colId xmlns:a16="http://schemas.microsoft.com/office/drawing/2014/main" val="2431512303"/>
                    </a:ext>
                  </a:extLst>
                </a:gridCol>
              </a:tblGrid>
              <a:tr h="270317">
                <a:tc gridSpan="5">
                  <a:txBody>
                    <a:bodyPr/>
                    <a:lstStyle/>
                    <a:p>
                      <a:pPr algn="ctr"/>
                      <a:r>
                        <a:rPr lang="en-US" sz="1000" b="1" kern="1200">
                          <a:solidFill>
                            <a:schemeClr val="bg1"/>
                          </a:solidFill>
                          <a:latin typeface="+mj-lt"/>
                          <a:ea typeface="+mn-ea"/>
                          <a:cs typeface="+mn-cs"/>
                        </a:rPr>
                        <a:t>Overall Testing Defect Summary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5396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chemeClr val="tx1"/>
                          </a:solidFill>
                          <a:latin typeface="+mj-lt"/>
                          <a:ea typeface="+mn-ea"/>
                          <a:cs typeface="+mn-cs"/>
                        </a:rPr>
                        <a:t>Plan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chemeClr val="tx1"/>
                          </a:solidFill>
                          <a:latin typeface="+mj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chemeClr val="tx1"/>
                          </a:solidFill>
                          <a:latin typeface="+mj-lt"/>
                          <a:ea typeface="+mn-ea"/>
                          <a:cs typeface="+mn-cs"/>
                        </a:rPr>
                        <a:t>Open (Active/New)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chemeClr val="tx1"/>
                          </a:solidFill>
                          <a:latin typeface="+mj-lt"/>
                          <a:ea typeface="+mn-ea"/>
                          <a:cs typeface="+mn-cs"/>
                        </a:rPr>
                        <a:t>Closed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chemeClr val="tx1"/>
                          </a:solidFill>
                          <a:latin typeface="+mj-lt"/>
                          <a:ea typeface="+mn-ea"/>
                          <a:cs typeface="+mn-cs"/>
                        </a:rPr>
                        <a:t>Resolved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539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1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Signature HMO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{{BENESIHMDEFTOTAL}}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{{BENESIHMDEFOPEN}}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{{BENESIHMDEFCLOSED}}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{{BENESIHMDEFRESOLVED}}</a:t>
                      </a:r>
                    </a:p>
                  </a:txBody>
                  <a:tcPr marL="19050" marR="19050" marT="19050" marB="19050" anchor="ctr"/>
                </a:tc>
                <a:extLst>
                  <a:ext uri="{0D108BD9-81ED-4DB2-BD59-A6C34878D82A}">
                    <a16:rowId xmlns:a16="http://schemas.microsoft.com/office/drawing/2014/main" val="765087997"/>
                  </a:ext>
                </a:extLst>
              </a:tr>
              <a:tr h="32539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1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Access PPO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{{BENEACPDEFTOTAL}}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{{BENEACPDEFOPEN}}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{{BENEACPDEFCLOSED}}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{{BENEACPDEFRESOLVED}}</a:t>
                      </a:r>
                    </a:p>
                  </a:txBody>
                  <a:tcPr marL="19050" marR="19050" marT="19050" marB="19050" anchor="ctr"/>
                </a:tc>
                <a:extLst>
                  <a:ext uri="{0D108BD9-81ED-4DB2-BD59-A6C34878D82A}">
                    <a16:rowId xmlns:a16="http://schemas.microsoft.com/office/drawing/2014/main" val="1292617430"/>
                  </a:ext>
                </a:extLst>
              </a:tr>
              <a:tr h="32539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1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Premium PPO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{{BENEPRPDEFTOTAL}}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{{BENEPRPDEFOPEN}}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{{BENEPRPDEFCLOSED}}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{{BENEPRPDEFRESOLVED}}</a:t>
                      </a:r>
                    </a:p>
                  </a:txBody>
                  <a:tcPr marL="19050" marR="19050" marT="19050" marB="19050" anchor="ctr"/>
                </a:tc>
                <a:extLst>
                  <a:ext uri="{0D108BD9-81ED-4DB2-BD59-A6C34878D82A}">
                    <a16:rowId xmlns:a16="http://schemas.microsoft.com/office/drawing/2014/main" val="3767710391"/>
                  </a:ext>
                </a:extLst>
              </a:tr>
              <a:tr h="32539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1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Classic HMO NEOH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{{BENENEOHDEFTOTAL}}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{{BENENEOHDEFOPEN}}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{{BENENEOHDEFCLOSED}}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{{BENENEOHDEFRESOLVED}}</a:t>
                      </a:r>
                    </a:p>
                  </a:txBody>
                  <a:tcPr marL="19050" marR="19050" marT="19050" marB="19050" anchor="ctr"/>
                </a:tc>
                <a:extLst>
                  <a:ext uri="{0D108BD9-81ED-4DB2-BD59-A6C34878D82A}">
                    <a16:rowId xmlns:a16="http://schemas.microsoft.com/office/drawing/2014/main" val="4107388535"/>
                  </a:ext>
                </a:extLst>
              </a:tr>
              <a:tr h="32539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1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MMEGWP PPO CWRU MAPD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{{BENEMMEGWPDEFTOTAL}}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{{BENEMMEGWPDEFOPEN}}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{{BENEMMEGWPDEFCLOSED}}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{{BENEMMEGWPDEFRESOLVED}}</a:t>
                      </a:r>
                    </a:p>
                  </a:txBody>
                  <a:tcPr marL="19050" marR="19050" marT="19050" marB="19050" anchor="ctr"/>
                </a:tc>
                <a:extLst>
                  <a:ext uri="{0D108BD9-81ED-4DB2-BD59-A6C34878D82A}">
                    <a16:rowId xmlns:a16="http://schemas.microsoft.com/office/drawing/2014/main" val="2866485138"/>
                  </a:ext>
                </a:extLst>
              </a:tr>
              <a:tr h="32539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1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TOTAL</a:t>
                      </a:r>
                      <a:endParaRPr lang="en-US" sz="975" b="0" i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1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{{BENEDEFTOTAL}}</a:t>
                      </a:r>
                      <a:endParaRPr lang="en-US" sz="975" b="0" i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1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{{ACTIVEBENB}}</a:t>
                      </a:r>
                      <a:endParaRPr lang="en-US" sz="975" b="0" i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1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{{BENEDEFCLOSEDTOTAL}}</a:t>
                      </a:r>
                      <a:endParaRPr lang="en-US" sz="975" b="0" i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1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{{BENEDEFRESOLVEDTOTAL}}</a:t>
                      </a:r>
                      <a:endParaRPr lang="en-US" sz="975" b="0" i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19050" marR="19050" marT="19050" marB="19050" anchor="ctr"/>
                </a:tc>
                <a:extLst>
                  <a:ext uri="{0D108BD9-81ED-4DB2-BD59-A6C34878D82A}">
                    <a16:rowId xmlns:a16="http://schemas.microsoft.com/office/drawing/2014/main" val="2339454313"/>
                  </a:ext>
                </a:extLst>
              </a:tr>
            </a:tbl>
          </a:graphicData>
        </a:graphic>
      </p:graphicFrame>
      <p:grpSp>
        <p:nvGrpSpPr>
          <p:cNvPr id="25" name="Group 24">
            <a:extLst>
              <a:ext uri="{FF2B5EF4-FFF2-40B4-BE49-F238E27FC236}">
                <a16:creationId xmlns:a16="http://schemas.microsoft.com/office/drawing/2014/main" id="{4EBFBF2D-14C9-E484-A86D-DEB8E53528B3}"/>
              </a:ext>
            </a:extLst>
          </p:cNvPr>
          <p:cNvGrpSpPr/>
          <p:nvPr/>
        </p:nvGrpSpPr>
        <p:grpSpPr>
          <a:xfrm>
            <a:off x="7821411" y="210000"/>
            <a:ext cx="2300000" cy="660000"/>
            <a:chOff x="9400000" y="280000"/>
            <a:chExt cx="2300000" cy="660000"/>
          </a:xfrm>
        </p:grpSpPr>
        <p:sp>
          <p:nvSpPr>
            <p:cNvPr id="26" name="LegendBox">
              <a:extLst>
                <a:ext uri="{FF2B5EF4-FFF2-40B4-BE49-F238E27FC236}">
                  <a16:creationId xmlns:a16="http://schemas.microsoft.com/office/drawing/2014/main" id="{39589F60-41E6-4F82-3D22-47CE7B2B854A}"/>
                </a:ext>
              </a:extLst>
            </p:cNvPr>
            <p:cNvSpPr/>
            <p:nvPr/>
          </p:nvSpPr>
          <p:spPr>
            <a:xfrm>
              <a:off x="9400000" y="280000"/>
              <a:ext cx="2290000" cy="6600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</a:ln>
          </p:spPr>
          <p:txBody>
            <a:bodyPr wrap="square" lIns="90000" tIns="50000" rIns="90000" bIns="5000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1" i="0" u="none" strike="noStrike" kern="1200" cap="none" spc="0" normalizeH="0" baseline="0" noProof="0">
                  <a:ln>
                    <a:noFill/>
                  </a:ln>
                  <a:solidFill>
                    <a:srgbClr val="313131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Legend:</a:t>
              </a:r>
            </a:p>
          </p:txBody>
        </p:sp>
        <p:sp>
          <p:nvSpPr>
            <p:cNvPr id="27" name="Dot1">
              <a:extLst>
                <a:ext uri="{FF2B5EF4-FFF2-40B4-BE49-F238E27FC236}">
                  <a16:creationId xmlns:a16="http://schemas.microsoft.com/office/drawing/2014/main" id="{7AD57AAC-B825-2AD7-CE12-069BA732F534}"/>
                </a:ext>
              </a:extLst>
            </p:cNvPr>
            <p:cNvSpPr/>
            <p:nvPr/>
          </p:nvSpPr>
          <p:spPr>
            <a:xfrm>
              <a:off x="9520000" y="500000"/>
              <a:ext cx="120000" cy="12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8" name="Lbl1">
              <a:extLst>
                <a:ext uri="{FF2B5EF4-FFF2-40B4-BE49-F238E27FC236}">
                  <a16:creationId xmlns:a16="http://schemas.microsoft.com/office/drawing/2014/main" id="{DE741940-02A4-217C-972F-62BDF6110BD6}"/>
                </a:ext>
              </a:extLst>
            </p:cNvPr>
            <p:cNvSpPr txBox="1"/>
            <p:nvPr/>
          </p:nvSpPr>
          <p:spPr>
            <a:xfrm>
              <a:off x="967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Complete</a:t>
              </a:r>
            </a:p>
          </p:txBody>
        </p:sp>
        <p:sp>
          <p:nvSpPr>
            <p:cNvPr id="29" name="Dot2">
              <a:extLst>
                <a:ext uri="{FF2B5EF4-FFF2-40B4-BE49-F238E27FC236}">
                  <a16:creationId xmlns:a16="http://schemas.microsoft.com/office/drawing/2014/main" id="{4D959B33-EAF6-6ACD-BBAE-90A2AA35CC02}"/>
                </a:ext>
              </a:extLst>
            </p:cNvPr>
            <p:cNvSpPr/>
            <p:nvPr/>
          </p:nvSpPr>
          <p:spPr>
            <a:xfrm>
              <a:off x="10650000" y="500000"/>
              <a:ext cx="120000" cy="120000"/>
            </a:xfrm>
            <a:prstGeom prst="ellipse">
              <a:avLst/>
            </a:prstGeom>
            <a:solidFill>
              <a:srgbClr val="2ECC71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1" name="Lbl2">
              <a:extLst>
                <a:ext uri="{FF2B5EF4-FFF2-40B4-BE49-F238E27FC236}">
                  <a16:creationId xmlns:a16="http://schemas.microsoft.com/office/drawing/2014/main" id="{615C179A-3231-CB26-740D-5EAF3798D372}"/>
                </a:ext>
              </a:extLst>
            </p:cNvPr>
            <p:cNvSpPr txBox="1"/>
            <p:nvPr/>
          </p:nvSpPr>
          <p:spPr>
            <a:xfrm>
              <a:off x="1080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On Track</a:t>
              </a:r>
            </a:p>
          </p:txBody>
        </p:sp>
        <p:sp>
          <p:nvSpPr>
            <p:cNvPr id="32" name="Dot3">
              <a:extLst>
                <a:ext uri="{FF2B5EF4-FFF2-40B4-BE49-F238E27FC236}">
                  <a16:creationId xmlns:a16="http://schemas.microsoft.com/office/drawing/2014/main" id="{0240504B-E8D8-BBF2-C779-1D407E092E4E}"/>
                </a:ext>
              </a:extLst>
            </p:cNvPr>
            <p:cNvSpPr/>
            <p:nvPr/>
          </p:nvSpPr>
          <p:spPr>
            <a:xfrm>
              <a:off x="9520000" y="720000"/>
              <a:ext cx="120000" cy="120000"/>
            </a:xfrm>
            <a:prstGeom prst="ellipse">
              <a:avLst/>
            </a:prstGeom>
            <a:solidFill>
              <a:srgbClr val="F1C40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3" name="Lbl3">
              <a:extLst>
                <a:ext uri="{FF2B5EF4-FFF2-40B4-BE49-F238E27FC236}">
                  <a16:creationId xmlns:a16="http://schemas.microsoft.com/office/drawing/2014/main" id="{E5FF786F-6C18-8733-F745-44B17E81C099}"/>
                </a:ext>
              </a:extLst>
            </p:cNvPr>
            <p:cNvSpPr txBox="1"/>
            <p:nvPr/>
          </p:nvSpPr>
          <p:spPr>
            <a:xfrm>
              <a:off x="967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At Risk</a:t>
              </a:r>
            </a:p>
          </p:txBody>
        </p:sp>
        <p:sp>
          <p:nvSpPr>
            <p:cNvPr id="34" name="Dot4">
              <a:extLst>
                <a:ext uri="{FF2B5EF4-FFF2-40B4-BE49-F238E27FC236}">
                  <a16:creationId xmlns:a16="http://schemas.microsoft.com/office/drawing/2014/main" id="{29F4749C-C7E9-5F5F-E8D3-4ED341B19F14}"/>
                </a:ext>
              </a:extLst>
            </p:cNvPr>
            <p:cNvSpPr/>
            <p:nvPr/>
          </p:nvSpPr>
          <p:spPr>
            <a:xfrm>
              <a:off x="10650000" y="720000"/>
              <a:ext cx="120000" cy="12000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5" name="Lbl4">
              <a:extLst>
                <a:ext uri="{FF2B5EF4-FFF2-40B4-BE49-F238E27FC236}">
                  <a16:creationId xmlns:a16="http://schemas.microsoft.com/office/drawing/2014/main" id="{2C5C409D-D4D7-3426-5DD6-A5A88D93D49C}"/>
                </a:ext>
              </a:extLst>
            </p:cNvPr>
            <p:cNvSpPr txBox="1"/>
            <p:nvPr/>
          </p:nvSpPr>
          <p:spPr>
            <a:xfrm>
              <a:off x="1080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Off Track</a:t>
              </a:r>
            </a:p>
          </p:txBody>
        </p:sp>
      </p:grpSp>
      <p:sp>
        <p:nvSpPr>
          <p:cNvPr id="13" name="LegendBox">
            <a:extLst>
              <a:ext uri="{FF2B5EF4-FFF2-40B4-BE49-F238E27FC236}">
                <a16:creationId xmlns:a16="http://schemas.microsoft.com/office/drawing/2014/main" id="{6645CCFE-2D4B-4768-A563-CE066C2145E6}"/>
              </a:ext>
            </a:extLst>
          </p:cNvPr>
          <p:cNvSpPr/>
          <p:nvPr/>
        </p:nvSpPr>
        <p:spPr>
          <a:xfrm>
            <a:off x="10192077" y="210000"/>
            <a:ext cx="1399112" cy="6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90000" tIns="50000" rIns="90000" bIns="5000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31313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Status: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DC63A99F-F10C-F476-BD18-80D172CF3ECF}"/>
              </a:ext>
            </a:extLst>
          </p:cNvPr>
          <p:cNvSpPr txBox="1"/>
          <p:nvPr/>
        </p:nvSpPr>
        <p:spPr>
          <a:xfrm>
            <a:off x="514863" y="982262"/>
            <a:ext cx="11101069" cy="605294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200"/>
              </a:spcBef>
            </a:pPr>
            <a:r>
              <a:rPr lang="en-US" sz="900" dirty="0">
                <a:solidFill>
                  <a:srgbClr val="313131"/>
                </a:solidFill>
              </a:rPr>
              <a:t>{{AI_BENEFITS_DEFECT_STATUS}}</a:t>
            </a:r>
            <a:r>
              <a:rPr lang="en-US" sz="900" b="1" dirty="0">
                <a:solidFill>
                  <a:srgbClr val="313131"/>
                </a:solidFill>
              </a:rPr>
              <a:t/>
            </a:r>
            <a:r>
              <a:rPr lang="en-US" sz="900" dirty="0">
                <a:solidFill>
                  <a:srgbClr val="313131"/>
                </a:solidFill>
              </a:rPr>
              <a:t/>
            </a:r>
            <a:r>
              <a:rPr lang="en-US" sz="900" b="1" dirty="0">
                <a:solidFill>
                  <a:srgbClr val="313131"/>
                </a:solidFill>
              </a:rPr>
              <a:t/>
            </a:r>
            <a:r>
              <a:rPr lang="en-US" sz="900" dirty="0">
                <a:solidFill>
                  <a:srgbClr val="313131"/>
                </a:solidFill>
              </a:rPr>
              <a:t/>
            </a:r>
            <a:endParaRPr lang="en-US" dirty="0"/>
          </a:p>
          <a:p>
            <a:pPr>
              <a:spcBef>
                <a:spcPts val="200"/>
              </a:spcBef>
            </a:pPr>
            <a:endParaRPr lang="en-US" sz="900" dirty="0">
              <a:solidFill>
                <a:srgbClr val="313131"/>
              </a:solidFill>
              <a:ea typeface="Calibri"/>
              <a:cs typeface="Calibri"/>
            </a:endParaRPr>
          </a:p>
          <a:p>
            <a:pPr>
              <a:spcBef>
                <a:spcPts val="200"/>
              </a:spcBef>
            </a:pPr>
            <a:endParaRPr lang="en-US" sz="900" dirty="0">
              <a:solidFill>
                <a:srgbClr val="313131"/>
              </a:solidFill>
              <a:ea typeface="Calibri"/>
              <a:cs typeface="Calibri"/>
            </a:endParaRPr>
          </a:p>
        </p:txBody>
      </p:sp>
      <p:sp>
        <p:nvSpPr>
          <p:cNvPr id="6" name="Dot4">
            <a:extLst>
              <a:ext uri="{FF2B5EF4-FFF2-40B4-BE49-F238E27FC236}">
                <a16:creationId xmlns:a16="http://schemas.microsoft.com/office/drawing/2014/main" id="{0322AFEA-DA5C-D2DD-6DB9-D53378AC1317}"/>
              </a:ext>
            </a:extLst>
          </p:cNvPr>
          <p:cNvSpPr/>
          <p:nvPr/>
        </p:nvSpPr>
        <p:spPr>
          <a:xfrm>
            <a:off x="10830543" y="558560"/>
            <a:ext cx="120000" cy="120000"/>
          </a:xfrm>
          <a:prstGeom prst="ellipse">
            <a:avLst/>
          </a:prstGeom>
          <a:solidFill>
            <a:srgbClr val="F2C50F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" name="NarrLeft">
            <a:extLst>
              <a:ext uri="{FF2B5EF4-FFF2-40B4-BE49-F238E27FC236}">
                <a16:creationId xmlns:a16="http://schemas.microsoft.com/office/drawing/2014/main" id="{E3310B2B-DD89-700B-E1AA-326FE202EC82}"/>
              </a:ext>
            </a:extLst>
          </p:cNvPr>
          <p:cNvSpPr txBox="1"/>
          <p:nvPr/>
        </p:nvSpPr>
        <p:spPr>
          <a:xfrm>
            <a:off x="514863" y="4163319"/>
            <a:ext cx="5406764" cy="1893662"/>
          </a:xfrm>
          <a:prstGeom prst="rect">
            <a:avLst/>
          </a:prstGeom>
          <a:solidFill>
            <a:srgbClr val="F7F7F7"/>
          </a:solidFill>
          <a:ln w="12700">
            <a:solidFill>
              <a:srgbClr val="CCCCCC"/>
            </a:solidFill>
          </a:ln>
        </p:spPr>
        <p:txBody>
          <a:bodyPr wrap="square" lIns="182880" tIns="182880" rIns="182880" bIns="182880" anchor="t"/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050" b="1" dirty="0">
                <a:solidFill>
                  <a:srgbClr val="007680"/>
                </a:solidFill>
                <a:latin typeface="Calibri"/>
              </a:rPr>
              <a:t>Key Insights on Defects</a:t>
            </a:r>
            <a:r>
              <a:rPr lang="en-US" sz="1050" b="1" dirty="0">
                <a:solidFill>
                  <a:srgbClr val="007680"/>
                </a:solidFill>
                <a:latin typeface="Calibri"/>
                <a:ea typeface="Calibri"/>
                <a:cs typeface="Calibri"/>
              </a:rPr>
              <a:t>:</a:t>
            </a:r>
            <a:endParaRPr lang="en-US" sz="1050" b="1" dirty="0">
              <a:solidFill>
                <a:srgbClr val="007680"/>
              </a:solidFill>
              <a:latin typeface="Calibri"/>
            </a:endParaRPr>
          </a:p>
          <a:p>
            <a:pPr>
              <a:spcBef>
                <a:spcPts val="300"/>
              </a:spcBef>
            </a:pPr>
            <a:r>
              <a:rPr lang="en-US" sz="1000">
                <a:solidFill>
                  <a:srgbClr val="333333"/>
                </a:solidFill>
              </a:rPr>
              <a:t>{{AI_BENEFITS_DEFECT_INSIGHTS}}</a:t>
            </a:r>
          </a:p>
          <a:p>
            <a:pPr marL="171450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>
                <a:solidFill>
                  <a:srgbClr val="333333"/>
                </a:solidFill>
              </a:rPr>
              <a:t/>
            </a:r>
          </a:p>
          <a:p>
            <a:pPr marL="171450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>
                <a:solidFill>
                  <a:srgbClr val="333333"/>
                </a:solidFill>
              </a:rPr>
              <a:t/>
            </a:r>
          </a:p>
          <a:p>
            <a:pPr marL="171450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>
                <a:solidFill>
                  <a:srgbClr val="333333"/>
                </a:solidFill>
              </a:rPr>
              <a:t/>
            </a:r>
          </a:p>
          <a:p>
            <a:pPr marL="171450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>
                <a:solidFill>
                  <a:srgbClr val="333333"/>
                </a:solidFill>
              </a:rPr>
              <a:t/>
            </a:r>
          </a:p>
          <a:p>
            <a:pPr marL="171450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>
                <a:solidFill>
                  <a:srgbClr val="333333"/>
                </a:solidFill>
              </a:rPr>
              <a:t/>
            </a:r>
          </a:p>
          <a:p>
            <a:pPr marL="171450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>
              <a:lnSpc>
                <a:spcPct val="114999"/>
              </a:lnSpc>
              <a:spcBef>
                <a:spcPts val="300"/>
              </a:spcBef>
            </a:pPr>
            <a:endParaRPr lang="en-US" sz="1000" dirty="0">
              <a:solidFill>
                <a:srgbClr val="333333"/>
              </a:solidFill>
              <a:ea typeface="Calibri"/>
              <a:cs typeface="Calibri"/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br>
              <a:rPr lang="en-US" sz="1000" dirty="0"/>
            </a:br>
            <a:endParaRPr lang="en-US" sz="1000" dirty="0">
              <a:solidFill>
                <a:srgbClr val="333333"/>
              </a:solidFill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endParaRPr lang="en-US" sz="1000" b="0" dirty="0">
              <a:solidFill>
                <a:srgbClr val="333333"/>
              </a:solidFill>
              <a:latin typeface="Calibri"/>
            </a:endParaRPr>
          </a:p>
        </p:txBody>
      </p:sp>
      <p:sp>
        <p:nvSpPr>
          <p:cNvPr id="19" name="NarrLeft">
            <a:extLst>
              <a:ext uri="{FF2B5EF4-FFF2-40B4-BE49-F238E27FC236}">
                <a16:creationId xmlns:a16="http://schemas.microsoft.com/office/drawing/2014/main" id="{E3B8AB44-EBBA-05F9-372E-1F6615836CA5}"/>
              </a:ext>
            </a:extLst>
          </p:cNvPr>
          <p:cNvSpPr txBox="1"/>
          <p:nvPr/>
        </p:nvSpPr>
        <p:spPr>
          <a:xfrm>
            <a:off x="6467475" y="4163319"/>
            <a:ext cx="5123714" cy="1893662"/>
          </a:xfrm>
          <a:prstGeom prst="rect">
            <a:avLst/>
          </a:prstGeom>
          <a:solidFill>
            <a:srgbClr val="F7F7F7"/>
          </a:solidFill>
          <a:ln w="12700">
            <a:solidFill>
              <a:srgbClr val="CCCCCC"/>
            </a:solidFill>
          </a:ln>
        </p:spPr>
        <p:txBody>
          <a:bodyPr wrap="square" lIns="182880" tIns="182880" rIns="182880" bIns="182880" anchor="t"/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050" b="1" dirty="0">
                <a:solidFill>
                  <a:srgbClr val="007680"/>
                </a:solidFill>
                <a:latin typeface="Calibri"/>
              </a:rPr>
              <a:t>Key Insights on Benefits Defect Burndown</a:t>
            </a:r>
            <a:r>
              <a:rPr lang="en-US" sz="1050" b="1" dirty="0">
                <a:solidFill>
                  <a:srgbClr val="007680"/>
                </a:solidFill>
                <a:latin typeface="Calibri"/>
                <a:ea typeface="Calibri"/>
                <a:cs typeface="Calibri"/>
              </a:rPr>
              <a:t>:</a:t>
            </a:r>
            <a:endParaRPr lang="en-US" sz="1050" b="1" dirty="0">
              <a:solidFill>
                <a:srgbClr val="007680"/>
              </a:solidFill>
              <a:latin typeface="Calibri"/>
            </a:endParaRPr>
          </a:p>
          <a:p>
            <a:pPr marL="171450" indent="-171450"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</a:pPr>
            <a:r>
              <a:rPr lang="en-US" sz="1000" dirty="0"/>
              <a:t>{{AI_BENEFITS_BURNDOWN_INSIGHTS}}</a:t>
            </a:r>
          </a:p>
          <a:p>
            <a:pPr marL="171450" indent="-171450"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</a:pPr>
            <a:r>
              <a:rPr lang="en-US" sz="1000" dirty="0"/>
              <a:t/>
            </a:r>
            <a:r>
              <a:rPr lang="en-US" sz="1000" b="1" dirty="0"/>
              <a:t/>
            </a:r>
            <a:r>
              <a:rPr lang="en-US" sz="1000" dirty="0"/>
              <a:t/>
            </a:r>
            <a:r>
              <a:rPr lang="en-US" sz="1000" b="1" dirty="0"/>
              <a:t/>
            </a:r>
            <a:r>
              <a:rPr lang="en-US" sz="1000" dirty="0"/>
              <a:t/>
            </a:r>
          </a:p>
          <a:p>
            <a:pPr marL="171450" indent="-171450"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</a:pPr>
            <a:r>
              <a:rPr lang="en-US" sz="1000" dirty="0"/>
              <a:t/>
            </a:r>
          </a:p>
          <a:p>
            <a:pPr lvl="1">
              <a:spcBef>
                <a:spcPts val="300"/>
              </a:spcBef>
            </a:pPr>
            <a:endParaRPr lang="en-US" sz="1000" dirty="0">
              <a:solidFill>
                <a:srgbClr val="FF0000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FF0000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FF0000"/>
              </a:solidFill>
            </a:endParaRPr>
          </a:p>
          <a:p>
            <a:pPr>
              <a:lnSpc>
                <a:spcPct val="114999"/>
              </a:lnSpc>
              <a:spcBef>
                <a:spcPts val="300"/>
              </a:spcBef>
            </a:pPr>
            <a:endParaRPr lang="en-US" sz="1000" dirty="0">
              <a:solidFill>
                <a:srgbClr val="333333"/>
              </a:solidFill>
              <a:ea typeface="Calibri"/>
              <a:cs typeface="Calibri"/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br>
              <a:rPr lang="en-US" sz="1000" dirty="0"/>
            </a:br>
            <a:endParaRPr lang="en-US" sz="1000" dirty="0">
              <a:solidFill>
                <a:srgbClr val="333333"/>
              </a:solidFill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endParaRPr lang="en-US" sz="1000" b="0" dirty="0">
              <a:solidFill>
                <a:srgbClr val="333333"/>
              </a:solidFill>
              <a:latin typeface="Calibri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FB213BD-6501-9C1B-2462-A961A2F14E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618" y="1407173"/>
            <a:ext cx="4931427" cy="2641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53951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7EAC78-999A-1386-44C5-67394F4968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5FBF2166-CA40-EB00-72DE-CF6EA25DAA35}"/>
              </a:ext>
            </a:extLst>
          </p:cNvPr>
          <p:cNvSpPr txBox="1"/>
          <p:nvPr/>
        </p:nvSpPr>
        <p:spPr>
          <a:xfrm>
            <a:off x="501652" y="280000"/>
            <a:ext cx="11188700" cy="3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2400" b="1">
                <a:solidFill>
                  <a:prstClr val="black"/>
                </a:solidFill>
                <a:latin typeface="Calibri"/>
              </a:rPr>
              <a:t>Enrollment Testing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Execution Report | </a:t>
            </a:r>
            <a:r>
              <a:rPr lang="en-US" sz="2400" b="1">
                <a:solidFill>
                  <a:srgbClr val="00827E"/>
                </a:solidFill>
                <a:latin typeface="Calibri"/>
              </a:rPr>
              <a:t>SIT</a:t>
            </a:r>
            <a:r>
              <a:rPr lang="en-US" sz="2400" b="1">
                <a:solidFill>
                  <a:prstClr val="black"/>
                </a:solidFill>
                <a:latin typeface="Calibri"/>
              </a:rPr>
              <a:t> </a:t>
            </a:r>
            <a:r>
              <a:rPr lang="en-US" sz="2400" b="1">
                <a:solidFill>
                  <a:srgbClr val="00827E"/>
                </a:solidFill>
                <a:latin typeface="Calibri"/>
              </a:rPr>
              <a:t>Testing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srgbClr val="00827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Status</a:t>
            </a:r>
          </a:p>
        </p:txBody>
      </p:sp>
      <p:sp>
        <p:nvSpPr>
          <p:cNvPr id="3" name="AsOf">
            <a:extLst>
              <a:ext uri="{FF2B5EF4-FFF2-40B4-BE49-F238E27FC236}">
                <a16:creationId xmlns:a16="http://schemas.microsoft.com/office/drawing/2014/main" id="{F449DDE4-BC67-6C8D-F62D-A0916D0EDDD1}"/>
              </a:ext>
            </a:extLst>
          </p:cNvPr>
          <p:cNvSpPr txBox="1"/>
          <p:nvPr/>
        </p:nvSpPr>
        <p:spPr>
          <a:xfrm>
            <a:off x="501652" y="680000"/>
            <a:ext cx="11188700" cy="26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1200" b="1" u="sng">
                <a:solidFill>
                  <a:srgbClr val="313131"/>
                </a:solidFill>
              </a:rPr>
              <a:t>As-of: {{Date}}</a:t>
            </a:r>
          </a:p>
        </p:txBody>
      </p:sp>
      <p:sp>
        <p:nvSpPr>
          <p:cNvPr id="4" name="LegendBox">
            <a:extLst>
              <a:ext uri="{FF2B5EF4-FFF2-40B4-BE49-F238E27FC236}">
                <a16:creationId xmlns:a16="http://schemas.microsoft.com/office/drawing/2014/main" id="{545BBFD5-1ABF-69CC-96A3-1A1936AC9179}"/>
              </a:ext>
            </a:extLst>
          </p:cNvPr>
          <p:cNvSpPr/>
          <p:nvPr/>
        </p:nvSpPr>
        <p:spPr>
          <a:xfrm>
            <a:off x="10192077" y="210000"/>
            <a:ext cx="1399112" cy="6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90000" tIns="50000" rIns="90000" bIns="5000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31313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Status:</a:t>
            </a:r>
          </a:p>
        </p:txBody>
      </p:sp>
      <p:graphicFrame>
        <p:nvGraphicFramePr>
          <p:cNvPr id="20" name="ExecSummary">
            <a:extLst>
              <a:ext uri="{FF2B5EF4-FFF2-40B4-BE49-F238E27FC236}">
                <a16:creationId xmlns:a16="http://schemas.microsoft.com/office/drawing/2014/main" id="{64166A4B-D9F2-9206-1457-A1E309F97B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5108606"/>
              </p:ext>
            </p:extLst>
          </p:nvPr>
        </p:nvGraphicFramePr>
        <p:xfrm>
          <a:off x="501651" y="1490836"/>
          <a:ext cx="11163819" cy="83088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0466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03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3031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6609">
                  <a:extLst>
                    <a:ext uri="{9D8B030D-6E8A-4147-A177-3AD203B41FA5}">
                      <a16:colId xmlns:a16="http://schemas.microsoft.com/office/drawing/2014/main" val="1656281088"/>
                    </a:ext>
                  </a:extLst>
                </a:gridCol>
                <a:gridCol w="104660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4660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4660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3949458547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3653656663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2462436254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3598383242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16281">
                <a:tc gridSpan="12"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+mn-lt"/>
                        </a:rPr>
                        <a:t>Overall Testing Execution Summary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Phase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Planned TCs</a:t>
                      </a:r>
                      <a:r>
                        <a:rPr lang="en-US" sz="1000" baseline="30000">
                          <a:latin typeface="+mn-lt"/>
                        </a:rPr>
                        <a:t>*</a:t>
                      </a:r>
                      <a:endParaRPr lang="en-US" sz="1000" b="1">
                        <a:solidFill>
                          <a:srgbClr val="313131"/>
                        </a:solidFill>
                        <a:latin typeface="+mn-lt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Execution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In Progress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Blocked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+mn-lt"/>
                        </a:rPr>
                        <a:t>SIT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{{ENROTTC}}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{{ENROETC}}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{{ENROEP}}%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{{ENROPTC}}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{{ENROPP}}%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{{ENROFTC}}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{{ENROFP}}%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{{ENROIPTC}}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{{ENROBTC}}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{{ENRONSTC}}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{{ENROB}}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</a:tbl>
          </a:graphicData>
        </a:graphic>
      </p:graphicFrame>
      <p:graphicFrame>
        <p:nvGraphicFramePr>
          <p:cNvPr id="30" name="WorkstreamSummary">
            <a:extLst>
              <a:ext uri="{FF2B5EF4-FFF2-40B4-BE49-F238E27FC236}">
                <a16:creationId xmlns:a16="http://schemas.microsoft.com/office/drawing/2014/main" id="{BCED5835-B2AF-263C-1A80-3C8AB59F1F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4101653"/>
              </p:ext>
            </p:extLst>
          </p:nvPr>
        </p:nvGraphicFramePr>
        <p:xfrm>
          <a:off x="501647" y="2916387"/>
          <a:ext cx="11163817" cy="13562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4718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8307">
                  <a:extLst>
                    <a:ext uri="{9D8B030D-6E8A-4147-A177-3AD203B41FA5}">
                      <a16:colId xmlns:a16="http://schemas.microsoft.com/office/drawing/2014/main" val="2650012367"/>
                    </a:ext>
                  </a:extLst>
                </a:gridCol>
                <a:gridCol w="116830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3849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3849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38493">
                  <a:extLst>
                    <a:ext uri="{9D8B030D-6E8A-4147-A177-3AD203B41FA5}">
                      <a16:colId xmlns:a16="http://schemas.microsoft.com/office/drawing/2014/main" val="3383328722"/>
                    </a:ext>
                  </a:extLst>
                </a:gridCol>
                <a:gridCol w="103849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08683">
                  <a:extLst>
                    <a:ext uri="{9D8B030D-6E8A-4147-A177-3AD203B41FA5}">
                      <a16:colId xmlns:a16="http://schemas.microsoft.com/office/drawing/2014/main" val="3191463391"/>
                    </a:ext>
                  </a:extLst>
                </a:gridCol>
                <a:gridCol w="908683">
                  <a:extLst>
                    <a:ext uri="{9D8B030D-6E8A-4147-A177-3AD203B41FA5}">
                      <a16:colId xmlns:a16="http://schemas.microsoft.com/office/drawing/2014/main" val="3705187464"/>
                    </a:ext>
                  </a:extLst>
                </a:gridCol>
                <a:gridCol w="90868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80000">
                <a:tc gridSpan="10"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+mn-lt"/>
                        </a:rPr>
                        <a:t>SIT Review Summary – Test Cases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Workstream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Planned TCs</a:t>
                      </a:r>
                      <a:r>
                        <a:rPr lang="en-US" sz="1000" baseline="30000">
                          <a:latin typeface="+mn-lt"/>
                        </a:rPr>
                        <a:t>*</a:t>
                      </a:r>
                      <a:endParaRPr lang="en-US" sz="1000" b="1">
                        <a:solidFill>
                          <a:srgbClr val="313131"/>
                        </a:solidFill>
                        <a:latin typeface="+mn-lt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Target Completion Date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In Progress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Blocked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+mn-lt"/>
                        </a:rPr>
                        <a:t>Enrollment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{{ENROTTC}}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10/15/2026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{{ENROETC}}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{{ENROPTC}}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{{ENROFTC}}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{{ENROIPTC}}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{{ENROBTC}}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{{ENRONSTC}}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{{ENROB}}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+mn-lt"/>
                        </a:rPr>
                        <a:t>Grand Total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{{ENROTTC}}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--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{{ENROETC}}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{{ENROPTC}}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0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{{ENROFTC}}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{{ENROIPTC}}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{{ENROBTC}}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{{ENRONSTC}}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kern="12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{{ENROB}}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pSp>
        <p:nvGrpSpPr>
          <p:cNvPr id="25" name="Group 24">
            <a:extLst>
              <a:ext uri="{FF2B5EF4-FFF2-40B4-BE49-F238E27FC236}">
                <a16:creationId xmlns:a16="http://schemas.microsoft.com/office/drawing/2014/main" id="{D424936E-24B6-9485-550E-0EE8FF958362}"/>
              </a:ext>
            </a:extLst>
          </p:cNvPr>
          <p:cNvGrpSpPr/>
          <p:nvPr/>
        </p:nvGrpSpPr>
        <p:grpSpPr>
          <a:xfrm>
            <a:off x="7821411" y="210000"/>
            <a:ext cx="2300000" cy="660000"/>
            <a:chOff x="9400000" y="280000"/>
            <a:chExt cx="2300000" cy="660000"/>
          </a:xfrm>
        </p:grpSpPr>
        <p:sp>
          <p:nvSpPr>
            <p:cNvPr id="26" name="LegendBox">
              <a:extLst>
                <a:ext uri="{FF2B5EF4-FFF2-40B4-BE49-F238E27FC236}">
                  <a16:creationId xmlns:a16="http://schemas.microsoft.com/office/drawing/2014/main" id="{C1772053-EBD9-79FF-F0F2-1EAAD6375D08}"/>
                </a:ext>
              </a:extLst>
            </p:cNvPr>
            <p:cNvSpPr/>
            <p:nvPr/>
          </p:nvSpPr>
          <p:spPr>
            <a:xfrm>
              <a:off x="9400000" y="280000"/>
              <a:ext cx="2290000" cy="6600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</a:ln>
          </p:spPr>
          <p:txBody>
            <a:bodyPr wrap="square" lIns="90000" tIns="50000" rIns="90000" bIns="5000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1" i="0" u="none" strike="noStrike" kern="1200" cap="none" spc="0" normalizeH="0" baseline="0" noProof="0">
                  <a:ln>
                    <a:noFill/>
                  </a:ln>
                  <a:solidFill>
                    <a:srgbClr val="313131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Legend:</a:t>
              </a:r>
            </a:p>
          </p:txBody>
        </p:sp>
        <p:sp>
          <p:nvSpPr>
            <p:cNvPr id="27" name="Dot1">
              <a:extLst>
                <a:ext uri="{FF2B5EF4-FFF2-40B4-BE49-F238E27FC236}">
                  <a16:creationId xmlns:a16="http://schemas.microsoft.com/office/drawing/2014/main" id="{4C57C884-EFD4-858F-5364-D2358DC4357D}"/>
                </a:ext>
              </a:extLst>
            </p:cNvPr>
            <p:cNvSpPr/>
            <p:nvPr/>
          </p:nvSpPr>
          <p:spPr>
            <a:xfrm>
              <a:off x="9520000" y="500000"/>
              <a:ext cx="120000" cy="12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8" name="Lbl1">
              <a:extLst>
                <a:ext uri="{FF2B5EF4-FFF2-40B4-BE49-F238E27FC236}">
                  <a16:creationId xmlns:a16="http://schemas.microsoft.com/office/drawing/2014/main" id="{B5675901-A831-5015-A06B-3C31969F35A2}"/>
                </a:ext>
              </a:extLst>
            </p:cNvPr>
            <p:cNvSpPr txBox="1"/>
            <p:nvPr/>
          </p:nvSpPr>
          <p:spPr>
            <a:xfrm>
              <a:off x="967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Complete</a:t>
              </a:r>
            </a:p>
          </p:txBody>
        </p:sp>
        <p:sp>
          <p:nvSpPr>
            <p:cNvPr id="29" name="Dot2">
              <a:extLst>
                <a:ext uri="{FF2B5EF4-FFF2-40B4-BE49-F238E27FC236}">
                  <a16:creationId xmlns:a16="http://schemas.microsoft.com/office/drawing/2014/main" id="{8DE6BA46-175B-9316-8124-F6DDE2B572AF}"/>
                </a:ext>
              </a:extLst>
            </p:cNvPr>
            <p:cNvSpPr/>
            <p:nvPr/>
          </p:nvSpPr>
          <p:spPr>
            <a:xfrm>
              <a:off x="10650000" y="500000"/>
              <a:ext cx="120000" cy="120000"/>
            </a:xfrm>
            <a:prstGeom prst="ellipse">
              <a:avLst/>
            </a:prstGeom>
            <a:solidFill>
              <a:srgbClr val="2ECC71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1" name="Lbl2">
              <a:extLst>
                <a:ext uri="{FF2B5EF4-FFF2-40B4-BE49-F238E27FC236}">
                  <a16:creationId xmlns:a16="http://schemas.microsoft.com/office/drawing/2014/main" id="{933E470F-746A-CC53-6817-CB5720AAC83A}"/>
                </a:ext>
              </a:extLst>
            </p:cNvPr>
            <p:cNvSpPr txBox="1"/>
            <p:nvPr/>
          </p:nvSpPr>
          <p:spPr>
            <a:xfrm>
              <a:off x="1080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On Track</a:t>
              </a:r>
            </a:p>
          </p:txBody>
        </p:sp>
        <p:sp>
          <p:nvSpPr>
            <p:cNvPr id="32" name="Dot3">
              <a:extLst>
                <a:ext uri="{FF2B5EF4-FFF2-40B4-BE49-F238E27FC236}">
                  <a16:creationId xmlns:a16="http://schemas.microsoft.com/office/drawing/2014/main" id="{C9130CF9-03AF-A5DE-D5C2-839A796B59EA}"/>
                </a:ext>
              </a:extLst>
            </p:cNvPr>
            <p:cNvSpPr/>
            <p:nvPr/>
          </p:nvSpPr>
          <p:spPr>
            <a:xfrm>
              <a:off x="9520000" y="720000"/>
              <a:ext cx="120000" cy="120000"/>
            </a:xfrm>
            <a:prstGeom prst="ellipse">
              <a:avLst/>
            </a:prstGeom>
            <a:solidFill>
              <a:srgbClr val="F1C40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3" name="Lbl3">
              <a:extLst>
                <a:ext uri="{FF2B5EF4-FFF2-40B4-BE49-F238E27FC236}">
                  <a16:creationId xmlns:a16="http://schemas.microsoft.com/office/drawing/2014/main" id="{60514A09-3F19-7644-40B1-46558B48819B}"/>
                </a:ext>
              </a:extLst>
            </p:cNvPr>
            <p:cNvSpPr txBox="1"/>
            <p:nvPr/>
          </p:nvSpPr>
          <p:spPr>
            <a:xfrm>
              <a:off x="967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At Risk</a:t>
              </a:r>
            </a:p>
          </p:txBody>
        </p:sp>
        <p:sp>
          <p:nvSpPr>
            <p:cNvPr id="34" name="Dot4">
              <a:extLst>
                <a:ext uri="{FF2B5EF4-FFF2-40B4-BE49-F238E27FC236}">
                  <a16:creationId xmlns:a16="http://schemas.microsoft.com/office/drawing/2014/main" id="{22AFF10A-F3BA-C145-05B4-031858875B7C}"/>
                </a:ext>
              </a:extLst>
            </p:cNvPr>
            <p:cNvSpPr/>
            <p:nvPr/>
          </p:nvSpPr>
          <p:spPr>
            <a:xfrm>
              <a:off x="10650000" y="720000"/>
              <a:ext cx="120000" cy="12000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5" name="Lbl4">
              <a:extLst>
                <a:ext uri="{FF2B5EF4-FFF2-40B4-BE49-F238E27FC236}">
                  <a16:creationId xmlns:a16="http://schemas.microsoft.com/office/drawing/2014/main" id="{EF495954-9023-464B-011A-A23D8751FD70}"/>
                </a:ext>
              </a:extLst>
            </p:cNvPr>
            <p:cNvSpPr txBox="1"/>
            <p:nvPr/>
          </p:nvSpPr>
          <p:spPr>
            <a:xfrm>
              <a:off x="1080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Off Track</a:t>
              </a:r>
            </a:p>
          </p:txBody>
        </p:sp>
      </p:grpSp>
      <p:sp>
        <p:nvSpPr>
          <p:cNvPr id="5" name="TextBox 10">
            <a:extLst>
              <a:ext uri="{FF2B5EF4-FFF2-40B4-BE49-F238E27FC236}">
                <a16:creationId xmlns:a16="http://schemas.microsoft.com/office/drawing/2014/main" id="{5F584BFC-9B3C-E0F5-7B63-DC34D149E6F7}"/>
              </a:ext>
            </a:extLst>
          </p:cNvPr>
          <p:cNvSpPr txBox="1"/>
          <p:nvPr/>
        </p:nvSpPr>
        <p:spPr>
          <a:xfrm>
            <a:off x="501648" y="5178143"/>
            <a:ext cx="3891130" cy="184666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SzPct val="100000"/>
            </a:pPr>
            <a:r>
              <a:rPr lang="en-US" sz="1200"/>
              <a:t>Link to detailed list of defects in ADO: </a:t>
            </a:r>
            <a:r>
              <a:rPr lang="en-US" sz="1200">
                <a:hlinkClick r:id="rId3"/>
              </a:rPr>
              <a:t>ADO Enrollment Defects</a:t>
            </a:r>
            <a:endParaRPr lang="en-US" sz="1200">
              <a:solidFill>
                <a:srgbClr val="313131"/>
              </a:solidFill>
              <a:ea typeface="Calibri"/>
              <a:cs typeface="Calibri"/>
              <a:hlinkClick r:id="rId3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4401A35-DCF0-2023-F2FF-C6791388F407}"/>
              </a:ext>
            </a:extLst>
          </p:cNvPr>
          <p:cNvSpPr txBox="1"/>
          <p:nvPr/>
        </p:nvSpPr>
        <p:spPr>
          <a:xfrm>
            <a:off x="501648" y="4329137"/>
            <a:ext cx="8599932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800" baseline="30000"/>
              <a:t>* </a:t>
            </a:r>
            <a:r>
              <a:rPr lang="en-US" sz="800">
                <a:solidFill>
                  <a:srgbClr val="313131"/>
                </a:solidFill>
              </a:rPr>
              <a:t>Test case planning is still in progress; expect planned test case count to increase in coming weeks </a:t>
            </a:r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8D25C0F-EF18-1295-A114-9AAD64CE57BD}"/>
              </a:ext>
            </a:extLst>
          </p:cNvPr>
          <p:cNvSpPr txBox="1"/>
          <p:nvPr/>
        </p:nvSpPr>
        <p:spPr>
          <a:xfrm>
            <a:off x="501648" y="4674667"/>
            <a:ext cx="6965952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800" b="1" dirty="0">
                <a:solidFill>
                  <a:srgbClr val="313131"/>
                </a:solidFill>
              </a:rPr>
              <a:t>Executed</a:t>
            </a:r>
            <a:r>
              <a:rPr lang="en-US" sz="800" dirty="0">
                <a:solidFill>
                  <a:srgbClr val="313131"/>
                </a:solidFill>
              </a:rPr>
              <a:t> — The test case has been run at least once; a result has been recorded (regardless of outcome).</a:t>
            </a:r>
          </a:p>
          <a:p>
            <a:r>
              <a:rPr lang="en-US" sz="800" b="1" dirty="0">
                <a:solidFill>
                  <a:srgbClr val="313131"/>
                </a:solidFill>
              </a:rPr>
              <a:t>Passed</a:t>
            </a:r>
            <a:r>
              <a:rPr lang="en-US" sz="800" dirty="0">
                <a:solidFill>
                  <a:srgbClr val="313131"/>
                </a:solidFill>
              </a:rPr>
              <a:t> — The test case was executed, and all steps/assertions met the expected results successfully.</a:t>
            </a:r>
          </a:p>
          <a:p>
            <a:r>
              <a:rPr lang="en-US" sz="800" b="1" dirty="0">
                <a:solidFill>
                  <a:srgbClr val="313131"/>
                </a:solidFill>
              </a:rPr>
              <a:t>Failed</a:t>
            </a:r>
            <a:r>
              <a:rPr lang="en-US" sz="800" dirty="0">
                <a:solidFill>
                  <a:srgbClr val="313131"/>
                </a:solidFill>
              </a:rPr>
              <a:t> — The test case was executed but one or more steps/assertions did not match the expected results, indicating a defect or issue.</a:t>
            </a:r>
          </a:p>
        </p:txBody>
      </p:sp>
      <p:sp>
        <p:nvSpPr>
          <p:cNvPr id="6" name="TextBox 8">
            <a:extLst>
              <a:ext uri="{FF2B5EF4-FFF2-40B4-BE49-F238E27FC236}">
                <a16:creationId xmlns:a16="http://schemas.microsoft.com/office/drawing/2014/main" id="{B58D0882-3254-620F-9493-A68E3708F23E}"/>
              </a:ext>
            </a:extLst>
          </p:cNvPr>
          <p:cNvSpPr txBox="1"/>
          <p:nvPr/>
        </p:nvSpPr>
        <p:spPr>
          <a:xfrm>
            <a:off x="501647" y="982262"/>
            <a:ext cx="11449411" cy="138499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SzPct val="100000"/>
            </a:pPr>
            <a:r>
              <a:rPr lang="en-US" sz="900" dirty="0">
                <a:solidFill>
                  <a:srgbClr val="313131"/>
                </a:solidFill>
                <a:ea typeface="Calibri"/>
                <a:cs typeface="Calibri"/>
              </a:rPr>
              <a:t>{{AI_ENROLLMENT_STATUS}}</a:t>
            </a:r>
          </a:p>
        </p:txBody>
      </p:sp>
      <p:sp>
        <p:nvSpPr>
          <p:cNvPr id="14" name="Dot2">
            <a:extLst>
              <a:ext uri="{FF2B5EF4-FFF2-40B4-BE49-F238E27FC236}">
                <a16:creationId xmlns:a16="http://schemas.microsoft.com/office/drawing/2014/main" id="{AC6FC462-1D10-858D-0557-F92946F56FAB}"/>
              </a:ext>
            </a:extLst>
          </p:cNvPr>
          <p:cNvSpPr/>
          <p:nvPr/>
        </p:nvSpPr>
        <p:spPr>
          <a:xfrm>
            <a:off x="10831633" y="538869"/>
            <a:ext cx="120000" cy="120000"/>
          </a:xfrm>
          <a:prstGeom prst="ellipse">
            <a:avLst/>
          </a:prstGeom>
          <a:solidFill>
            <a:srgbClr val="2ECC71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549240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9A4771-151B-081A-9B85-2F0261D4D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EFB4B7E0-2E5B-1FDB-A265-19FDCA68A88D}"/>
              </a:ext>
            </a:extLst>
          </p:cNvPr>
          <p:cNvSpPr txBox="1"/>
          <p:nvPr/>
        </p:nvSpPr>
        <p:spPr>
          <a:xfrm>
            <a:off x="501652" y="280000"/>
            <a:ext cx="11188700" cy="3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2400" b="1">
                <a:solidFill>
                  <a:prstClr val="black"/>
                </a:solidFill>
                <a:latin typeface="Calibri"/>
              </a:rPr>
              <a:t>EDI Testing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Execution Report | </a:t>
            </a:r>
            <a:r>
              <a:rPr lang="en-US" sz="2400" b="1">
                <a:solidFill>
                  <a:srgbClr val="00827E"/>
                </a:solidFill>
                <a:latin typeface="Calibri"/>
              </a:rPr>
              <a:t>SIT</a:t>
            </a:r>
            <a:r>
              <a:rPr lang="en-US" sz="2400" b="1">
                <a:solidFill>
                  <a:prstClr val="black"/>
                </a:solidFill>
                <a:latin typeface="Calibri"/>
              </a:rPr>
              <a:t> </a:t>
            </a:r>
            <a:r>
              <a:rPr lang="en-US" sz="2400" b="1">
                <a:solidFill>
                  <a:srgbClr val="00827E"/>
                </a:solidFill>
                <a:latin typeface="Calibri"/>
              </a:rPr>
              <a:t>Testing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srgbClr val="00827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Status</a:t>
            </a:r>
          </a:p>
        </p:txBody>
      </p:sp>
      <p:sp>
        <p:nvSpPr>
          <p:cNvPr id="3" name="AsOf">
            <a:extLst>
              <a:ext uri="{FF2B5EF4-FFF2-40B4-BE49-F238E27FC236}">
                <a16:creationId xmlns:a16="http://schemas.microsoft.com/office/drawing/2014/main" id="{D5D988BE-F30D-7255-F745-B0CA49C3B4F5}"/>
              </a:ext>
            </a:extLst>
          </p:cNvPr>
          <p:cNvSpPr txBox="1"/>
          <p:nvPr/>
        </p:nvSpPr>
        <p:spPr>
          <a:xfrm>
            <a:off x="501652" y="680000"/>
            <a:ext cx="11188700" cy="26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1200" b="1" u="sng">
                <a:solidFill>
                  <a:srgbClr val="313131"/>
                </a:solidFill>
              </a:rPr>
              <a:t>As-of: {{Date}}</a:t>
            </a:r>
          </a:p>
        </p:txBody>
      </p:sp>
      <p:sp>
        <p:nvSpPr>
          <p:cNvPr id="4" name="LegendBox">
            <a:extLst>
              <a:ext uri="{FF2B5EF4-FFF2-40B4-BE49-F238E27FC236}">
                <a16:creationId xmlns:a16="http://schemas.microsoft.com/office/drawing/2014/main" id="{FC7AA5C5-5FE6-1E42-0C66-2E21EB7EF8E4}"/>
              </a:ext>
            </a:extLst>
          </p:cNvPr>
          <p:cNvSpPr/>
          <p:nvPr/>
        </p:nvSpPr>
        <p:spPr>
          <a:xfrm>
            <a:off x="10192077" y="210000"/>
            <a:ext cx="1399112" cy="6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90000" tIns="50000" rIns="90000" bIns="5000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31313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Status:</a:t>
            </a:r>
          </a:p>
        </p:txBody>
      </p:sp>
      <p:graphicFrame>
        <p:nvGraphicFramePr>
          <p:cNvPr id="20" name="ExecSummary">
            <a:extLst>
              <a:ext uri="{FF2B5EF4-FFF2-40B4-BE49-F238E27FC236}">
                <a16:creationId xmlns:a16="http://schemas.microsoft.com/office/drawing/2014/main" id="{6E24F1FE-5E35-ECCA-F64E-F2BC45E2C2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111486"/>
              </p:ext>
            </p:extLst>
          </p:nvPr>
        </p:nvGraphicFramePr>
        <p:xfrm>
          <a:off x="501651" y="1490836"/>
          <a:ext cx="11163819" cy="83088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0466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03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3031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6609">
                  <a:extLst>
                    <a:ext uri="{9D8B030D-6E8A-4147-A177-3AD203B41FA5}">
                      <a16:colId xmlns:a16="http://schemas.microsoft.com/office/drawing/2014/main" val="1066859929"/>
                    </a:ext>
                  </a:extLst>
                </a:gridCol>
                <a:gridCol w="104660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4660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4660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1017906410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5364692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3821498717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1161324812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16281">
                <a:tc gridSpan="12"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Calibri"/>
                        </a:rPr>
                        <a:t>Overall Testing Execution Summary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Phase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Planned TCs</a:t>
                      </a:r>
                      <a:r>
                        <a:rPr lang="en-US" sz="1000" baseline="30000">
                          <a:latin typeface="+mn-lt"/>
                        </a:rPr>
                        <a:t>*</a:t>
                      </a:r>
                      <a:endParaRPr lang="en-US" sz="1000" b="1">
                        <a:solidFill>
                          <a:srgbClr val="313131"/>
                        </a:solidFill>
                        <a:latin typeface="+mn-lt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Execution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In Progress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Blocked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Calibri"/>
                        </a:rPr>
                        <a:t>SIT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{{EDIEP}}%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{{EDIPP}}%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{{EDIFP}}%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</a:tbl>
          </a:graphicData>
        </a:graphic>
      </p:graphicFrame>
      <p:graphicFrame>
        <p:nvGraphicFramePr>
          <p:cNvPr id="30" name="WorkstreamSummary">
            <a:extLst>
              <a:ext uri="{FF2B5EF4-FFF2-40B4-BE49-F238E27FC236}">
                <a16:creationId xmlns:a16="http://schemas.microsoft.com/office/drawing/2014/main" id="{13DA4AA9-7308-ADC1-016A-B57315180B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3098199"/>
              </p:ext>
            </p:extLst>
          </p:nvPr>
        </p:nvGraphicFramePr>
        <p:xfrm>
          <a:off x="501648" y="2916387"/>
          <a:ext cx="11163826" cy="13562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4718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8308">
                  <a:extLst>
                    <a:ext uri="{9D8B030D-6E8A-4147-A177-3AD203B41FA5}">
                      <a16:colId xmlns:a16="http://schemas.microsoft.com/office/drawing/2014/main" val="2650012367"/>
                    </a:ext>
                  </a:extLst>
                </a:gridCol>
                <a:gridCol w="11683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3849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38494">
                  <a:extLst>
                    <a:ext uri="{9D8B030D-6E8A-4147-A177-3AD203B41FA5}">
                      <a16:colId xmlns:a16="http://schemas.microsoft.com/office/drawing/2014/main" val="2242662145"/>
                    </a:ext>
                  </a:extLst>
                </a:gridCol>
                <a:gridCol w="103849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3849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0868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908684">
                  <a:extLst>
                    <a:ext uri="{9D8B030D-6E8A-4147-A177-3AD203B41FA5}">
                      <a16:colId xmlns:a16="http://schemas.microsoft.com/office/drawing/2014/main" val="3191463391"/>
                    </a:ext>
                  </a:extLst>
                </a:gridCol>
                <a:gridCol w="90868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80000">
                <a:tc gridSpan="10"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Calibri"/>
                        </a:rPr>
                        <a:t>SIT Review Summary – Test Cases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Workstream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Planned TCs</a:t>
                      </a:r>
                      <a:r>
                        <a:rPr lang="en-US" sz="1000" baseline="30000">
                          <a:latin typeface="+mn-lt"/>
                        </a:rPr>
                        <a:t>*</a:t>
                      </a:r>
                      <a:endParaRPr lang="en-US" sz="1000" b="1">
                        <a:solidFill>
                          <a:srgbClr val="313131"/>
                        </a:solidFill>
                        <a:latin typeface="Calibri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Target Completion Date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Passed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In Progress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Blocked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Calibri"/>
                        </a:rPr>
                        <a:t>EDI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10/15/2026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Calibri"/>
                        </a:rPr>
                        <a:t>Grand Total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{{EDITTC}}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--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{{EDIETC}}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{{EDIPTC}}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{{EDIFTC}}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{{EDIIPTC}}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{{EDIBTC}}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{{EDINSTC}}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+mn-lt"/>
                        </a:rPr>
                        <a:t>{{EDIB}}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4" name="TextBox 23">
            <a:extLst>
              <a:ext uri="{FF2B5EF4-FFF2-40B4-BE49-F238E27FC236}">
                <a16:creationId xmlns:a16="http://schemas.microsoft.com/office/drawing/2014/main" id="{8A7FDDEF-DC45-BFF3-A9F3-76297216B631}"/>
              </a:ext>
            </a:extLst>
          </p:cNvPr>
          <p:cNvSpPr txBox="1"/>
          <p:nvPr/>
        </p:nvSpPr>
        <p:spPr>
          <a:xfrm>
            <a:off x="501648" y="4329137"/>
            <a:ext cx="8599932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800" baseline="30000"/>
              <a:t>* </a:t>
            </a:r>
            <a:r>
              <a:rPr lang="en-US" sz="800">
                <a:solidFill>
                  <a:srgbClr val="313131"/>
                </a:solidFill>
              </a:rPr>
              <a:t>Test case planning is still in progress; expect planned test case count to increase in coming weeks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A76DC893-5DE3-2E94-8CB5-C1B89D788038}"/>
              </a:ext>
            </a:extLst>
          </p:cNvPr>
          <p:cNvGrpSpPr/>
          <p:nvPr/>
        </p:nvGrpSpPr>
        <p:grpSpPr>
          <a:xfrm>
            <a:off x="7821411" y="210000"/>
            <a:ext cx="2300000" cy="660000"/>
            <a:chOff x="9400000" y="280000"/>
            <a:chExt cx="2300000" cy="660000"/>
          </a:xfrm>
        </p:grpSpPr>
        <p:sp>
          <p:nvSpPr>
            <p:cNvPr id="26" name="LegendBox">
              <a:extLst>
                <a:ext uri="{FF2B5EF4-FFF2-40B4-BE49-F238E27FC236}">
                  <a16:creationId xmlns:a16="http://schemas.microsoft.com/office/drawing/2014/main" id="{8FD67AAE-FDDD-9D28-DA90-E7412F17A762}"/>
                </a:ext>
              </a:extLst>
            </p:cNvPr>
            <p:cNvSpPr/>
            <p:nvPr/>
          </p:nvSpPr>
          <p:spPr>
            <a:xfrm>
              <a:off x="9400000" y="280000"/>
              <a:ext cx="2290000" cy="6600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</a:ln>
          </p:spPr>
          <p:txBody>
            <a:bodyPr wrap="square" lIns="90000" tIns="50000" rIns="90000" bIns="5000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1" i="0" u="none" strike="noStrike" kern="1200" cap="none" spc="0" normalizeH="0" baseline="0" noProof="0">
                  <a:ln>
                    <a:noFill/>
                  </a:ln>
                  <a:solidFill>
                    <a:srgbClr val="313131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Legend:</a:t>
              </a:r>
            </a:p>
          </p:txBody>
        </p:sp>
        <p:sp>
          <p:nvSpPr>
            <p:cNvPr id="27" name="Dot1">
              <a:extLst>
                <a:ext uri="{FF2B5EF4-FFF2-40B4-BE49-F238E27FC236}">
                  <a16:creationId xmlns:a16="http://schemas.microsoft.com/office/drawing/2014/main" id="{9DCF5507-1574-5760-CEE0-E683DFB82F5D}"/>
                </a:ext>
              </a:extLst>
            </p:cNvPr>
            <p:cNvSpPr/>
            <p:nvPr/>
          </p:nvSpPr>
          <p:spPr>
            <a:xfrm>
              <a:off x="9520000" y="500000"/>
              <a:ext cx="120000" cy="12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8" name="Lbl1">
              <a:extLst>
                <a:ext uri="{FF2B5EF4-FFF2-40B4-BE49-F238E27FC236}">
                  <a16:creationId xmlns:a16="http://schemas.microsoft.com/office/drawing/2014/main" id="{418D569B-5F61-2C55-25D6-5A7878C53FD0}"/>
                </a:ext>
              </a:extLst>
            </p:cNvPr>
            <p:cNvSpPr txBox="1"/>
            <p:nvPr/>
          </p:nvSpPr>
          <p:spPr>
            <a:xfrm>
              <a:off x="967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Complete</a:t>
              </a:r>
            </a:p>
          </p:txBody>
        </p:sp>
        <p:sp>
          <p:nvSpPr>
            <p:cNvPr id="29" name="Dot2">
              <a:extLst>
                <a:ext uri="{FF2B5EF4-FFF2-40B4-BE49-F238E27FC236}">
                  <a16:creationId xmlns:a16="http://schemas.microsoft.com/office/drawing/2014/main" id="{4D48D5FC-C778-128D-2EC9-30BB075C9E30}"/>
                </a:ext>
              </a:extLst>
            </p:cNvPr>
            <p:cNvSpPr/>
            <p:nvPr/>
          </p:nvSpPr>
          <p:spPr>
            <a:xfrm>
              <a:off x="10650000" y="500000"/>
              <a:ext cx="120000" cy="120000"/>
            </a:xfrm>
            <a:prstGeom prst="ellipse">
              <a:avLst/>
            </a:prstGeom>
            <a:solidFill>
              <a:srgbClr val="2ECC71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1" name="Lbl2">
              <a:extLst>
                <a:ext uri="{FF2B5EF4-FFF2-40B4-BE49-F238E27FC236}">
                  <a16:creationId xmlns:a16="http://schemas.microsoft.com/office/drawing/2014/main" id="{8C8176A6-7976-2BA6-0256-2A9E0D469F7B}"/>
                </a:ext>
              </a:extLst>
            </p:cNvPr>
            <p:cNvSpPr txBox="1"/>
            <p:nvPr/>
          </p:nvSpPr>
          <p:spPr>
            <a:xfrm>
              <a:off x="1080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On Track</a:t>
              </a:r>
            </a:p>
          </p:txBody>
        </p:sp>
        <p:sp>
          <p:nvSpPr>
            <p:cNvPr id="32" name="Dot3">
              <a:extLst>
                <a:ext uri="{FF2B5EF4-FFF2-40B4-BE49-F238E27FC236}">
                  <a16:creationId xmlns:a16="http://schemas.microsoft.com/office/drawing/2014/main" id="{0366259E-11AE-6A45-5A54-1C9958F58DBF}"/>
                </a:ext>
              </a:extLst>
            </p:cNvPr>
            <p:cNvSpPr/>
            <p:nvPr/>
          </p:nvSpPr>
          <p:spPr>
            <a:xfrm>
              <a:off x="9520000" y="720000"/>
              <a:ext cx="120000" cy="120000"/>
            </a:xfrm>
            <a:prstGeom prst="ellipse">
              <a:avLst/>
            </a:prstGeom>
            <a:solidFill>
              <a:srgbClr val="F1C40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3" name="Lbl3">
              <a:extLst>
                <a:ext uri="{FF2B5EF4-FFF2-40B4-BE49-F238E27FC236}">
                  <a16:creationId xmlns:a16="http://schemas.microsoft.com/office/drawing/2014/main" id="{D322DE72-97CD-2BE2-6870-D0C107BC77A7}"/>
                </a:ext>
              </a:extLst>
            </p:cNvPr>
            <p:cNvSpPr txBox="1"/>
            <p:nvPr/>
          </p:nvSpPr>
          <p:spPr>
            <a:xfrm>
              <a:off x="967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At Risk</a:t>
              </a:r>
            </a:p>
          </p:txBody>
        </p:sp>
        <p:sp>
          <p:nvSpPr>
            <p:cNvPr id="34" name="Dot4">
              <a:extLst>
                <a:ext uri="{FF2B5EF4-FFF2-40B4-BE49-F238E27FC236}">
                  <a16:creationId xmlns:a16="http://schemas.microsoft.com/office/drawing/2014/main" id="{65AFCE8E-65ED-E03C-8549-FA6CF1B2A858}"/>
                </a:ext>
              </a:extLst>
            </p:cNvPr>
            <p:cNvSpPr/>
            <p:nvPr/>
          </p:nvSpPr>
          <p:spPr>
            <a:xfrm>
              <a:off x="10650000" y="720000"/>
              <a:ext cx="120000" cy="12000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5" name="Lbl4">
              <a:extLst>
                <a:ext uri="{FF2B5EF4-FFF2-40B4-BE49-F238E27FC236}">
                  <a16:creationId xmlns:a16="http://schemas.microsoft.com/office/drawing/2014/main" id="{D09FDA01-FC88-7BF3-4513-B24FF4B3F3E4}"/>
                </a:ext>
              </a:extLst>
            </p:cNvPr>
            <p:cNvSpPr txBox="1"/>
            <p:nvPr/>
          </p:nvSpPr>
          <p:spPr>
            <a:xfrm>
              <a:off x="1080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Off Track</a:t>
              </a: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1E8E1266-0B69-7EC7-1BF0-F38241F01A00}"/>
              </a:ext>
            </a:extLst>
          </p:cNvPr>
          <p:cNvSpPr txBox="1"/>
          <p:nvPr/>
        </p:nvSpPr>
        <p:spPr>
          <a:xfrm>
            <a:off x="501648" y="4674667"/>
            <a:ext cx="6741834" cy="5693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800" b="1" dirty="0">
                <a:solidFill>
                  <a:srgbClr val="313131"/>
                </a:solidFill>
              </a:rPr>
              <a:t>Executed</a:t>
            </a:r>
            <a:r>
              <a:rPr lang="en-US" sz="800" dirty="0">
                <a:solidFill>
                  <a:srgbClr val="313131"/>
                </a:solidFill>
              </a:rPr>
              <a:t> — The test case has been run at least once; a result has been recorded (regardless of outcome).</a:t>
            </a:r>
          </a:p>
          <a:p>
            <a:r>
              <a:rPr lang="en-US" sz="800" b="1" dirty="0">
                <a:solidFill>
                  <a:srgbClr val="313131"/>
                </a:solidFill>
              </a:rPr>
              <a:t>Passed</a:t>
            </a:r>
            <a:r>
              <a:rPr lang="en-US" sz="800" dirty="0">
                <a:solidFill>
                  <a:srgbClr val="313131"/>
                </a:solidFill>
              </a:rPr>
              <a:t> — The test case was executed, and all steps/assertions met the expected results successfully.</a:t>
            </a:r>
          </a:p>
          <a:p>
            <a:r>
              <a:rPr lang="en-US" sz="800" b="1" dirty="0">
                <a:solidFill>
                  <a:srgbClr val="313131"/>
                </a:solidFill>
              </a:rPr>
              <a:t>Failed</a:t>
            </a:r>
            <a:r>
              <a:rPr lang="en-US" sz="800" dirty="0">
                <a:solidFill>
                  <a:srgbClr val="313131"/>
                </a:solidFill>
              </a:rPr>
              <a:t> — The test case was executed but one or more steps/assertions did not match the expected results, indicating a defect or issue.</a:t>
            </a:r>
          </a:p>
          <a:p>
            <a:pPr>
              <a:spcBef>
                <a:spcPts val="600"/>
              </a:spcBef>
              <a:buSzPct val="100000"/>
            </a:pPr>
            <a:endParaRPr lang="en-US" sz="800" dirty="0">
              <a:solidFill>
                <a:srgbClr val="313131"/>
              </a:solidFill>
            </a:endParaRPr>
          </a:p>
        </p:txBody>
      </p:sp>
      <p:sp>
        <p:nvSpPr>
          <p:cNvPr id="6" name="TextBox 9">
            <a:extLst>
              <a:ext uri="{FF2B5EF4-FFF2-40B4-BE49-F238E27FC236}">
                <a16:creationId xmlns:a16="http://schemas.microsoft.com/office/drawing/2014/main" id="{B01301D2-1CA4-1DB8-1E32-B898DE3D8286}"/>
              </a:ext>
            </a:extLst>
          </p:cNvPr>
          <p:cNvSpPr txBox="1"/>
          <p:nvPr/>
        </p:nvSpPr>
        <p:spPr>
          <a:xfrm>
            <a:off x="516162" y="982262"/>
            <a:ext cx="11101069" cy="276999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SzPct val="100000"/>
            </a:pPr>
            <a:r>
              <a:rPr lang="en-US" sz="900" dirty="0">
                <a:solidFill>
                  <a:srgbClr val="313131"/>
                </a:solidFill>
                <a:ea typeface="Calibri"/>
                <a:cs typeface="Calibri"/>
              </a:rPr>
              <a:t>{{AI_EDI_STATUS}}</a:t>
            </a:r>
            <a:endParaRPr lang="en-US" sz="900" dirty="0">
              <a:solidFill>
                <a:srgbClr val="000000"/>
              </a:solidFill>
              <a:ea typeface="Calibri"/>
              <a:cs typeface="Calibri"/>
            </a:endParaRP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56039AB3-2265-47ED-E1B2-F87473DAA5B6}"/>
              </a:ext>
            </a:extLst>
          </p:cNvPr>
          <p:cNvSpPr txBox="1"/>
          <p:nvPr/>
        </p:nvSpPr>
        <p:spPr>
          <a:xfrm>
            <a:off x="501648" y="5178143"/>
            <a:ext cx="3410934" cy="184666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SzPct val="100000"/>
            </a:pPr>
            <a:r>
              <a:rPr lang="en-US" sz="1200"/>
              <a:t>Link to detailed list of defects in ADO: </a:t>
            </a:r>
            <a:r>
              <a:rPr lang="en-US" sz="1200">
                <a:hlinkClick r:id="rId3"/>
              </a:rPr>
              <a:t>ADO EDI Defects</a:t>
            </a:r>
            <a:endParaRPr lang="en-US" sz="1200">
              <a:solidFill>
                <a:srgbClr val="313131"/>
              </a:solidFill>
              <a:ea typeface="Calibri"/>
              <a:cs typeface="Calibri"/>
              <a:hlinkClick r:id="rId4"/>
            </a:endParaRPr>
          </a:p>
        </p:txBody>
      </p:sp>
      <p:sp>
        <p:nvSpPr>
          <p:cNvPr id="7" name="Dot2">
            <a:extLst>
              <a:ext uri="{FF2B5EF4-FFF2-40B4-BE49-F238E27FC236}">
                <a16:creationId xmlns:a16="http://schemas.microsoft.com/office/drawing/2014/main" id="{FC64DE6A-0248-2863-2364-6E35CB0EA72B}"/>
              </a:ext>
            </a:extLst>
          </p:cNvPr>
          <p:cNvSpPr/>
          <p:nvPr/>
        </p:nvSpPr>
        <p:spPr>
          <a:xfrm>
            <a:off x="10831633" y="538869"/>
            <a:ext cx="120000" cy="120000"/>
          </a:xfrm>
          <a:prstGeom prst="ellipse">
            <a:avLst/>
          </a:prstGeom>
          <a:solidFill>
            <a:srgbClr val="2ECC71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6623107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X5AiJlc1SjikgjnNs387ng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X5AiJlc1SjikgjnNs387ng"/>
</p:tagLst>
</file>

<file path=ppt/theme/theme1.xml><?xml version="1.0" encoding="utf-8"?>
<a:theme xmlns:a="http://schemas.openxmlformats.org/drawingml/2006/main" name="1_Deloitte_Brand_16_9">
  <a:themeElements>
    <a:clrScheme name="Custom 3">
      <a:dk1>
        <a:sysClr val="windowText" lastClr="000000"/>
      </a:dk1>
      <a:lt1>
        <a:sysClr val="window" lastClr="FFFFFF"/>
      </a:lt1>
      <a:dk2>
        <a:srgbClr val="53565A"/>
      </a:dk2>
      <a:lt2>
        <a:srgbClr val="D0D0CE"/>
      </a:lt2>
      <a:accent1>
        <a:srgbClr val="86BC25"/>
      </a:accent1>
      <a:accent2>
        <a:srgbClr val="43B02A"/>
      </a:accent2>
      <a:accent3>
        <a:srgbClr val="26890D"/>
      </a:accent3>
      <a:accent4>
        <a:srgbClr val="046A38"/>
      </a:accent4>
      <a:accent5>
        <a:srgbClr val="0D8390"/>
      </a:accent5>
      <a:accent6>
        <a:srgbClr val="007CB0"/>
      </a:accent6>
      <a:hlink>
        <a:srgbClr val="00A3E0"/>
      </a:hlink>
      <a:folHlink>
        <a:srgbClr val="7F7F7F"/>
      </a:folHlink>
    </a:clrScheme>
    <a:fontScheme name="Custom 2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solidFill>
          <a:schemeClr val="accent3"/>
        </a:solidFill>
        <a:ln w="19050" algn="ctr">
          <a:noFill/>
          <a:miter lim="800000"/>
          <a:headEnd/>
          <a:tailEnd/>
        </a:ln>
      </a:spPr>
      <a:bodyPr wrap="square" lIns="88900" tIns="88900" rIns="88900" bIns="88900" rtlCol="0" anchor="ctr"/>
      <a:lstStyle>
        <a:defPPr>
          <a:lnSpc>
            <a:spcPct val="106000"/>
          </a:lnSpc>
          <a:buFont typeface="Wingdings 2" pitchFamily="18" charset="2"/>
          <a:buNone/>
          <a:defRPr sz="1600" b="1" dirty="0" smtClean="0">
            <a:solidFill>
              <a:schemeClr val="bg1"/>
            </a:solidFill>
          </a:defRPr>
        </a:defPPr>
      </a:lstStyle>
    </a:spDef>
    <a:lnDef>
      <a:spPr>
        <a:ln>
          <a:solidFill>
            <a:schemeClr val="tx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marL="203200" indent="-203200">
          <a:spcBef>
            <a:spcPts val="600"/>
          </a:spcBef>
          <a:buSzPct val="100000"/>
          <a:buFont typeface="Arial"/>
          <a:buChar char="•"/>
          <a:defRPr dirty="0" smtClean="0">
            <a:solidFill>
              <a:srgbClr val="313131"/>
            </a:solidFill>
          </a:defRPr>
        </a:defPPr>
      </a:lstStyle>
    </a:txDef>
  </a:objectDefaults>
  <a:extraClrSchemeLst/>
  <a:custClrLst>
    <a:custClr name="Green 7">
      <a:srgbClr val="2C5234"/>
    </a:custClr>
    <a:custClr name="Green 6">
      <a:srgbClr val="046A38"/>
    </a:custClr>
    <a:custClr name="Green 5">
      <a:srgbClr val="009A44"/>
    </a:custClr>
    <a:custClr name="Green 4">
      <a:srgbClr val="43B02A"/>
    </a:custClr>
    <a:custClr name="Deloitte Green">
      <a:srgbClr val="86BC25"/>
    </a:custClr>
    <a:custClr name="Green 2">
      <a:srgbClr val="C4D600"/>
    </a:custClr>
    <a:custClr name="Green 1">
      <a:srgbClr val="E3E48D"/>
    </a:custClr>
    <a:custClr name="Teal 7">
      <a:srgbClr val="004F59"/>
    </a:custClr>
    <a:custClr name="Teal 6">
      <a:srgbClr val="007680"/>
    </a:custClr>
    <a:custClr name="Teal 5">
      <a:srgbClr val="0097A9"/>
    </a:custClr>
    <a:custClr name="Teal 4">
      <a:srgbClr val="00ABAB"/>
    </a:custClr>
    <a:custClr name="Teal 3">
      <a:srgbClr val="6FC2B4"/>
    </a:custClr>
    <a:custClr name="Teal 2">
      <a:srgbClr val="9DD4CF"/>
    </a:custClr>
    <a:custClr name="Teal 1">
      <a:srgbClr val="DDEFE8"/>
    </a:custClr>
    <a:custClr name="Blue 7">
      <a:srgbClr val="041E42"/>
    </a:custClr>
    <a:custClr name="Blue 6">
      <a:srgbClr val="012169"/>
    </a:custClr>
    <a:custClr name="Blue 5">
      <a:srgbClr val="005587"/>
    </a:custClr>
    <a:custClr name="Blue 4">
      <a:srgbClr val="0076A8"/>
    </a:custClr>
    <a:custClr name="Blue 3">
      <a:srgbClr val="00A3E0"/>
    </a:custClr>
    <a:custClr name="Blue 2">
      <a:srgbClr val="62B5E5"/>
    </a:custClr>
    <a:custClr name="Blue 1">
      <a:srgbClr val="A0DCFF"/>
    </a:custClr>
    <a:custClr name="Cool Gray 11">
      <a:srgbClr val="53565A"/>
    </a:custClr>
    <a:custClr name="Cool Gray 10">
      <a:srgbClr val="63666A"/>
    </a:custClr>
    <a:custClr name="Cool Gray 9">
      <a:srgbClr val="75787B"/>
    </a:custClr>
    <a:custClr name="Cool Gray 7">
      <a:srgbClr val="97999B"/>
    </a:custClr>
    <a:custClr name="Cool Gray 6">
      <a:srgbClr val="A7A8AA"/>
    </a:custClr>
    <a:custClr name="Cool Gray 4">
      <a:srgbClr val="BBBCBC"/>
    </a:custClr>
    <a:custClr name="Cool Gray 2">
      <a:srgbClr val="D0D0CE"/>
    </a:custClr>
    <a:custClr name="White">
      <a:srgbClr val="FFFFFF"/>
    </a:custClr>
    <a:custClr name="Black">
      <a:srgbClr val="000000"/>
    </a:custClr>
    <a:custClr name="Red">
      <a:srgbClr val="DA291C"/>
    </a:custClr>
    <a:custClr name="Orange">
      <a:srgbClr val="ED8B00"/>
    </a:custClr>
    <a:custClr name="Yellow">
      <a:srgbClr val="FFCD00"/>
    </a:custClr>
  </a:custClrLst>
  <a:extLst>
    <a:ext uri="{05A4C25C-085E-4340-85A3-A5531E510DB2}">
      <thm15:themeFamily xmlns:thm15="http://schemas.microsoft.com/office/thememl/2012/main" name="Deloitte_16_9_Onscreen_US.potx" id="{8B76E5FB-3D44-4ADE-97F4-EE2F8DA6C64F}" vid="{D90B51BD-6DB3-412C-BDC1-2EA0386B91BC}"/>
    </a:ext>
  </a:extLst>
</a:theme>
</file>

<file path=ppt/theme/theme2.xml><?xml version="1.0" encoding="utf-8"?>
<a:theme xmlns:a="http://schemas.openxmlformats.org/drawingml/2006/main" name="1_Deloitte_Brand_16_9">
  <a:themeElements>
    <a:clrScheme name="Custom 3">
      <a:dk1>
        <a:sysClr val="windowText" lastClr="000000"/>
      </a:dk1>
      <a:lt1>
        <a:sysClr val="window" lastClr="FFFFFF"/>
      </a:lt1>
      <a:dk2>
        <a:srgbClr val="53565A"/>
      </a:dk2>
      <a:lt2>
        <a:srgbClr val="D0D0CE"/>
      </a:lt2>
      <a:accent1>
        <a:srgbClr val="86BC25"/>
      </a:accent1>
      <a:accent2>
        <a:srgbClr val="43B02A"/>
      </a:accent2>
      <a:accent3>
        <a:srgbClr val="26890D"/>
      </a:accent3>
      <a:accent4>
        <a:srgbClr val="046A38"/>
      </a:accent4>
      <a:accent5>
        <a:srgbClr val="0D8390"/>
      </a:accent5>
      <a:accent6>
        <a:srgbClr val="007CB0"/>
      </a:accent6>
      <a:hlink>
        <a:srgbClr val="00A3E0"/>
      </a:hlink>
      <a:folHlink>
        <a:srgbClr val="7F7F7F"/>
      </a:folHlink>
    </a:clrScheme>
    <a:fontScheme name="Custom 2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solidFill>
          <a:schemeClr val="accent3"/>
        </a:solidFill>
        <a:ln w="19050" algn="ctr">
          <a:noFill/>
          <a:miter lim="800000"/>
          <a:headEnd/>
          <a:tailEnd/>
        </a:ln>
      </a:spPr>
      <a:bodyPr wrap="square" lIns="88900" tIns="88900" rIns="88900" bIns="88900" rtlCol="0" anchor="ctr"/>
      <a:lstStyle>
        <a:defPPr>
          <a:lnSpc>
            <a:spcPct val="106000"/>
          </a:lnSpc>
          <a:buFont typeface="Wingdings 2" pitchFamily="18" charset="2"/>
          <a:buNone/>
          <a:defRPr sz="1600" b="1" dirty="0" smtClean="0">
            <a:solidFill>
              <a:schemeClr val="bg1"/>
            </a:solidFill>
          </a:defRPr>
        </a:defPPr>
      </a:lstStyle>
    </a:spDef>
    <a:lnDef>
      <a:spPr>
        <a:ln>
          <a:solidFill>
            <a:schemeClr val="tx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marL="203200" indent="-203200">
          <a:spcBef>
            <a:spcPts val="600"/>
          </a:spcBef>
          <a:buSzPct val="100000"/>
          <a:buFont typeface="Arial"/>
          <a:buChar char="•"/>
          <a:defRPr dirty="0" smtClean="0">
            <a:solidFill>
              <a:srgbClr val="313131"/>
            </a:solidFill>
          </a:defRPr>
        </a:defPPr>
      </a:lstStyle>
    </a:txDef>
  </a:objectDefaults>
  <a:extraClrSchemeLst/>
  <a:custClrLst>
    <a:custClr name="Green 7">
      <a:srgbClr val="2C5234"/>
    </a:custClr>
    <a:custClr name="Green 6">
      <a:srgbClr val="046A38"/>
    </a:custClr>
    <a:custClr name="Green 5">
      <a:srgbClr val="009A44"/>
    </a:custClr>
    <a:custClr name="Green 4">
      <a:srgbClr val="43B02A"/>
    </a:custClr>
    <a:custClr name="Deloitte Green">
      <a:srgbClr val="86BC25"/>
    </a:custClr>
    <a:custClr name="Green 2">
      <a:srgbClr val="C4D600"/>
    </a:custClr>
    <a:custClr name="Green 1">
      <a:srgbClr val="E3E48D"/>
    </a:custClr>
    <a:custClr name="Teal 7">
      <a:srgbClr val="004F59"/>
    </a:custClr>
    <a:custClr name="Teal 6">
      <a:srgbClr val="007680"/>
    </a:custClr>
    <a:custClr name="Teal 5">
      <a:srgbClr val="0097A9"/>
    </a:custClr>
    <a:custClr name="Teal 4">
      <a:srgbClr val="00ABAB"/>
    </a:custClr>
    <a:custClr name="Teal 3">
      <a:srgbClr val="6FC2B4"/>
    </a:custClr>
    <a:custClr name="Teal 2">
      <a:srgbClr val="9DD4CF"/>
    </a:custClr>
    <a:custClr name="Teal 1">
      <a:srgbClr val="DDEFE8"/>
    </a:custClr>
    <a:custClr name="Blue 7">
      <a:srgbClr val="041E42"/>
    </a:custClr>
    <a:custClr name="Blue 6">
      <a:srgbClr val="012169"/>
    </a:custClr>
    <a:custClr name="Blue 5">
      <a:srgbClr val="005587"/>
    </a:custClr>
    <a:custClr name="Blue 4">
      <a:srgbClr val="0076A8"/>
    </a:custClr>
    <a:custClr name="Blue 3">
      <a:srgbClr val="00A3E0"/>
    </a:custClr>
    <a:custClr name="Blue 2">
      <a:srgbClr val="62B5E5"/>
    </a:custClr>
    <a:custClr name="Blue 1">
      <a:srgbClr val="A0DCFF"/>
    </a:custClr>
    <a:custClr name="Cool Gray 11">
      <a:srgbClr val="53565A"/>
    </a:custClr>
    <a:custClr name="Cool Gray 10">
      <a:srgbClr val="63666A"/>
    </a:custClr>
    <a:custClr name="Cool Gray 9">
      <a:srgbClr val="75787B"/>
    </a:custClr>
    <a:custClr name="Cool Gray 7">
      <a:srgbClr val="97999B"/>
    </a:custClr>
    <a:custClr name="Cool Gray 6">
      <a:srgbClr val="A7A8AA"/>
    </a:custClr>
    <a:custClr name="Cool Gray 4">
      <a:srgbClr val="BBBCBC"/>
    </a:custClr>
    <a:custClr name="Cool Gray 2">
      <a:srgbClr val="D0D0CE"/>
    </a:custClr>
    <a:custClr name="White">
      <a:srgbClr val="FFFFFF"/>
    </a:custClr>
    <a:custClr name="Black">
      <a:srgbClr val="000000"/>
    </a:custClr>
    <a:custClr name="Red">
      <a:srgbClr val="DA291C"/>
    </a:custClr>
    <a:custClr name="Orange">
      <a:srgbClr val="ED8B00"/>
    </a:custClr>
    <a:custClr name="Yellow">
      <a:srgbClr val="FFCD00"/>
    </a:custClr>
  </a:custClrLst>
  <a:extLst>
    <a:ext uri="{05A4C25C-085E-4340-85A3-A5531E510DB2}">
      <thm15:themeFamily xmlns:thm15="http://schemas.microsoft.com/office/thememl/2012/main" name="Deloitte_16_9_Onscreen_US.potx" id="{8B76E5FB-3D44-4ADE-97F4-EE2F8DA6C64F}" vid="{D90B51BD-6DB3-412C-BDC1-2EA0386B91BC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1">
    <wetp:webextensionref xmlns:r="http://schemas.openxmlformats.org/officeDocument/2006/relationships" r:id="rId1"/>
  </wetp:taskpane>
  <wetp:taskpane dockstate="right" visibility="0" width="350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E3B32110-3B49-40E7-8C15-5E4A22FF8A7B}">
  <we:reference id="f5f369e5-aa35-49d7-ad7b-638152ddb008" version="1.0.0.1" store="EXCatalog" storeType="EXCatalog"/>
  <we:alternateReferences>
    <we:reference id="WA200010001" version="1.0.0.1" store="en-US" storeType="OMEX"/>
  </we:alternateReferences>
  <we:properties>
    <we:property name="claude.fileId" value="&quot;2d04b2e9-88f0-4ee7-b1e2-4de363e485c0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B3C35E85-8C58-304C-A673-847FAA008EB9}">
  <we:reference id="wa200010725" version="1.0.0.1" store="en-US" storeType="OMEX"/>
  <we:alternateReferences>
    <we:reference id="wa200010725" version="1.0.0.1" store="en-US" storeType="OMEX"/>
  </we:alternateReferences>
  <we:properties>
    <we:property name="claude.fileId" value="&quot;de739b16-9ef6-4e25-bd4a-ee9215286bc5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3700a5c1-c4a1-4c74-8d91-dfc8831b4c07">
      <Terms xmlns="http://schemas.microsoft.com/office/infopath/2007/PartnerControls"/>
    </lcf76f155ced4ddcb4097134ff3c332f>
    <TaxCatchAll xmlns="5e2fc1fe-2483-4566-8a07-8cb0f24750cf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A69E60AADF42347A22A5B258ECE583A" ma:contentTypeVersion="14" ma:contentTypeDescription="Create a new document." ma:contentTypeScope="" ma:versionID="69c3fb5ff2cd96113169b748a0d88327">
  <xsd:schema xmlns:xsd="http://www.w3.org/2001/XMLSchema" xmlns:xs="http://www.w3.org/2001/XMLSchema" xmlns:p="http://schemas.microsoft.com/office/2006/metadata/properties" xmlns:ns2="3700a5c1-c4a1-4c74-8d91-dfc8831b4c07" xmlns:ns3="5e2fc1fe-2483-4566-8a07-8cb0f24750cf" targetNamespace="http://schemas.microsoft.com/office/2006/metadata/properties" ma:root="true" ma:fieldsID="b2bdbd42fc06d7a21b12a9a8a90d0870" ns2:_="" ns3:_="">
    <xsd:import namespace="3700a5c1-c4a1-4c74-8d91-dfc8831b4c07"/>
    <xsd:import namespace="5e2fc1fe-2483-4566-8a07-8cb0f24750c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3:TaxCatchAll" minOccurs="0"/>
                <xsd:element ref="ns2:MediaServiceOCR" minOccurs="0"/>
                <xsd:element ref="ns2:MediaServiceGenerationTime" minOccurs="0"/>
                <xsd:element ref="ns2:lcf76f155ced4ddcb4097134ff3c332f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700a5c1-c4a1-4c74-8d91-dfc8831b4c0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lcf76f155ced4ddcb4097134ff3c332f" ma:index="17" nillable="true" ma:taxonomy="true" ma:internalName="lcf76f155ced4ddcb4097134ff3c332f" ma:taxonomyFieldName="MediaServiceImageTags" ma:displayName="Image Tags" ma:readOnly="false" ma:fieldId="{5cf76f15-5ced-4ddc-b409-7134ff3c332f}" ma:taxonomyMulti="true" ma:sspId="798d900d-0589-4081-96eb-513de833a50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e2fc1fe-2483-4566-8a07-8cb0f24750cf" elementFormDefault="qualified">
    <xsd:import namespace="http://schemas.microsoft.com/office/2006/documentManagement/types"/>
    <xsd:import namespace="http://schemas.microsoft.com/office/infopath/2007/PartnerControls"/>
    <xsd:element name="TaxCatchAll" ma:index="13" nillable="true" ma:displayName="Taxonomy Catch All Column" ma:hidden="true" ma:list="{d388ed6f-90e6-412c-a71e-ac9f33a44bf0}" ma:internalName="TaxCatchAll" ma:showField="CatchAllData" ma:web="5e2fc1fe-2483-4566-8a07-8cb0f24750c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107376A1-CC42-438F-85FD-93A015D166A9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63CA026D-4666-483B-9EA4-E4BAFDF32B68}">
  <ds:schemaRefs>
    <ds:schemaRef ds:uri="5e2fc1fe-2483-4566-8a07-8cb0f24750cf"/>
    <ds:schemaRef ds:uri="http://purl.org/dc/dcmitype/"/>
    <ds:schemaRef ds:uri="http://schemas.openxmlformats.org/package/2006/metadata/core-properties"/>
    <ds:schemaRef ds:uri="3700a5c1-c4a1-4c74-8d91-dfc8831b4c07"/>
    <ds:schemaRef ds:uri="http://purl.org/dc/elements/1.1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purl.org/dc/terms/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132684CF-211A-4A9D-ADCE-B07A85478F6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700a5c1-c4a1-4c74-8d91-dfc8831b4c07"/>
    <ds:schemaRef ds:uri="5e2fc1fe-2483-4566-8a07-8cb0f24750c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ea60d57e-af5b-4752-ac57-3e4f28ca11dc}" enabled="1" method="Standard" siteId="{36da45f1-dd2c-4d1f-af13-5abe46b99921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172</TotalTime>
  <Words>2200</Words>
  <Application>Microsoft Macintosh PowerPoint</Application>
  <PresentationFormat>Widescreen</PresentationFormat>
  <Paragraphs>623</Paragraphs>
  <Slides>8</Slides>
  <Notes>8</Notes>
  <HiddenSlides>0</HiddenSlides>
  <MMClips>0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7" baseType="lpstr">
      <vt:lpstr>Aptos</vt:lpstr>
      <vt:lpstr>Arial</vt:lpstr>
      <vt:lpstr>Calibri</vt:lpstr>
      <vt:lpstr>Calibri Light</vt:lpstr>
      <vt:lpstr>Verdana</vt:lpstr>
      <vt:lpstr>Wingdings 2</vt:lpstr>
      <vt:lpstr>1_Deloitte_Brand_16_9</vt:lpstr>
      <vt:lpstr>1_Deloitte_Brand_16_9</vt:lpstr>
      <vt:lpstr>think-cell Slide</vt:lpstr>
      <vt:lpstr>MMO Test Execution &amp; Defect Report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Khadri, Habib</dc:creator>
  <cp:lastModifiedBy>Gandhi, Samir</cp:lastModifiedBy>
  <cp:revision>11</cp:revision>
  <dcterms:created xsi:type="dcterms:W3CDTF">2026-03-30T19:40:35Z</dcterms:created>
  <dcterms:modified xsi:type="dcterms:W3CDTF">2026-09-29T12:43:08Z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0x010100CA69E60AADF42347A22A5B258ECE583A</vt:lpwstr>
  </property>
  <property fmtid="{D5CDD505-2E9C-101B-9397-08002B2CF9AE}" pid="3" name="MediaServiceImageTags">
    <vt:lpwstr/>
  </property>
</Properties>
</file>