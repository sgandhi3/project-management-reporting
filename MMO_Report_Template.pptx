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31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619746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511965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4753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5190905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5190905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5190097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7611058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7615918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7618973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31212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8158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41851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770751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768507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759655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81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957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{{PDMCB}}*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5540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800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78054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765836"/>
            <a:ext cx="5406764" cy="99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50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Planning Summary | 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17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22960"/>
                <a:gridCol w="1005840"/>
                <a:gridCol w="914400"/>
                <a:gridCol w="914400"/>
                <a:gridCol w="914400"/>
                <a:gridCol w="914400"/>
                <a:gridCol w="914400"/>
                <a:gridCol w="822960"/>
                <a:gridCol w="548640"/>
                <a:gridCol w="3391426"/>
              </a:tblGrid>
              <a:tr h="230000">
                <a:tc gridSpan="10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4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Delta #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Comments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{{ENROTCSCOMMENTS}}</a:t>
                      </a:r>
                    </a:p>
                  </a:txBody>
                  <a:tcPr marL="9525" marR="9525" marT="9525" marB="0" anchor="ctr"/>
                </a:tc>
              </a:tr>
              <a:tr h="28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{{EDITCSCOMMENTS}}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